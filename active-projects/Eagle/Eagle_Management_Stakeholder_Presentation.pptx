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Eagle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Security Camera Business IT Carve-Out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Management Stakeholder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4 April 2026 | Intake Phase | On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B6E"/>
          </a:solidFill>
          <a:ln>
            <a:solidFill>
              <a:srgbClr val="00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Stand-alone IT carve-out: 3 Singapore sites | 300 users | 15+ applications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Timeline: Jun 1, 2026 – Apr 7, 2027 (310 days) | Go-Live: Nov 7, 2026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Budget: EUR 580–650K (labour + contingency) | CAPEX: EUR 150–200K (separate)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TSA Hypercare: 90 days (Nov 8, 2026 – Feb 6, 2027)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Stand-alone model enables: infrastructure independence, cloud-native migration path, vendor negotiation leverage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B6E"/>
          </a:solidFill>
          <a:ln>
            <a:solidFill>
              <a:srgbClr val="00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Milestones &amp;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QG0 (Jun 26): Kickoff — intake complete, team mobilized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QG1 (Aug 21): Design &amp; Planning — architecture, procurement finalized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QG2/3 (Oct 29): Build Complete — infrastructure, integration, SAT ready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QG4 (Nov 1): Production Readiness — UAT pass, cutover plan finalized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Go-Live (Nov 7): Production cutover, hypercare activation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QG5 (Apr 7, 2027): Project Close — TSA exit, handover complete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B6E"/>
          </a:solidFill>
          <a:ln>
            <a:solidFill>
              <a:srgbClr val="00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Budget Distribution &amp; Cost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Total Labour Budget: EUR 580–650K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Programme Management (12%) — EUR 70–78K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Infrastructure &amp; Operations (22%) — EUR 127–143K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Data &amp; Integration (20%) — EUR 116–130K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Applications &amp; Testing (18%) — EUR 104–117K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Change &amp; Training (8%) — EUR 46–52K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Risk Contingency (10%) — EUR 58–65K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B6E"/>
          </a:solidFill>
          <a:ln>
            <a:solidFill>
              <a:srgbClr val="00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Top 5 Risks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1. Phase 3 UAT Compression (Risk #3, P×I=30) — 27-day UAT for 300 users × 15 apps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   → Mitigation: Front-load Phase 2, automate 60% tests, risk-based testing on critical path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2. SAP Data Separation (Risk #2, P×I=25) — GL posting integrity &amp; reconciliation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   → Mitigation: Data audit by Jun 26; ETL validation by Jul 15; dual-run procedures by Sep 15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3. SAP Licensing Change-of-Control (Risk #21, P×I=25) — MSA re-negotiation delays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   → Mitigation: Engage SAP legal by May 1; escalate to VP if blocked by Jun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B6E"/>
          </a:solidFill>
          <a:ln>
            <a:solidFill>
              <a:srgbClr val="00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Workstream Confidence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Infrastructure &amp; Networking: 80% (ON TRACK)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Security &amp; Compliance: 85% (ON TRACK)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SAP &amp; Data Migration: 55% (AT RISK) — data mapping complexity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Applications &amp; Integration: 60% (AT RISK) — 12 API touchpoints, ISV certification pending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Testing &amp; Quality: 40% (HIGH RISK) — UAT compression, defect escape risk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Change &amp; User Adoption: 50% (AT RISK) — manufacturing floor readiness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B6E"/>
          </a:solidFill>
          <a:ln>
            <a:solidFill>
              <a:srgbClr val="00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Critical Success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✓ On-time Go-Live Nov 7, 2026 (no delay tolerance due to Q4 manufacturing peak)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✓ UAT defect escape rate &lt; 5% on critical path (SAP MM, GL, inventory)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✓ 90-day TSA hypercare within budget (EUR 180–220K); potential extension flagged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✓ Data reconciliation accuracy &gt; 99% by Dec 31, 2026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✓ Buyer IT capability transfer complete by Feb 6, 2027 (TSA exit)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✓ Standalone operations documented; incident response procedures established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B6E"/>
          </a:solidFill>
          <a:ln>
            <a:solidFill>
              <a:srgbClr val="00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Next 30 Days — Critical Actions &amp;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By May 15: ISP vendor selection &amp; circuit provisioning SLA agreement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By May 20: Data lineage audit complete; SAP licensing agreement signed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By Jun 26: QG0 Gate Review — confirm budget approval, team mobilization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DECISION REQUIRED: Hypercare staffing model (24/7 vs 12/5); budget approval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• ESCALATION NEEDED: ISV licensing negotiations if blocked by Jun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