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5" r:id="rId7"/>
  </p:sldMasterIdLst>
  <p:notesMasterIdLst>
    <p:notesMasterId r:id="rId11"/>
  </p:notesMasterIdLst>
  <p:handoutMasterIdLst>
    <p:handoutMasterId r:id="rId12"/>
  </p:handoutMasterIdLst>
  <p:sldIdLst>
    <p:sldId id="259" r:id="rId8"/>
    <p:sldId id="2147483647" r:id="rId9"/>
    <p:sldId id="257" r:id="rId10"/>
  </p:sldIdLst>
  <p:sldSz cx="10969625" cy="6170613"/>
  <p:notesSz cx="6794500" cy="9931400"/>
  <p:custDataLst>
    <p:tags r:id="rId13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568" userDrawn="1">
          <p15:clr>
            <a:srgbClr val="A4A3A4"/>
          </p15:clr>
        </p15:guide>
        <p15:guide id="4" orient="horz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BC0724-712B-AF9C-B1BB-0BEDEA348E23}" name="Reinhart, Jan Frederik" initials="RJF" userId="S::jreinhart@kpmg.com::404157f5-6a3b-4c46-bbe8-43fcb42c3449" providerId="AD"/>
  <p188:author id="{24B71D97-E2C3-AC22-7D86-A5E7D010C611}" name="Kern, Tobias" initials="KT" userId="S::tobiaskern@kpmg.com::234ea32e-8e70-40b6-860f-cff0136173ce" providerId="AD"/>
  <p188:author id="{F60FB1A1-8970-2A83-444B-69F03740962D}" name="Zimmermann, Heiko" initials="ZH" userId="S::heikozimmermann@kpmg.com::26474f78-a7fd-4248-a9d4-e612ed74e55e" providerId="AD"/>
  <p188:author id="{79226AFB-71CB-84D7-7380-D648CCF2559E}" name="Hellmich, Tjard" initials="HT" userId="S::thellmich@kpmg.com::2b3a9b56-ceff-4a89-90f1-2e741531b70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CCE4"/>
    <a:srgbClr val="007BC0"/>
    <a:srgbClr val="B2B3B5"/>
    <a:srgbClr val="004975"/>
    <a:srgbClr val="DDF3FF"/>
    <a:srgbClr val="00338D"/>
    <a:srgbClr val="53A6D4"/>
    <a:srgbClr val="0E78C5"/>
    <a:srgbClr val="08427E"/>
    <a:srgbClr val="D5D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852" y="56"/>
      </p:cViewPr>
      <p:guideLst>
        <p:guide pos="3568"/>
        <p:guide orient="horz"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gs" Target="tags/tag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1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notesMaster" Target="notesMasters/notesMaster1.xml"/><Relationship Id="rId5" Type="http://schemas.openxmlformats.org/officeDocument/2006/relationships/customXml" Target="../customXml/item5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2297E5-12BA-D645-46FB-A6D3C24657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4283" cy="498295"/>
          </a:xfrm>
          <a:prstGeom prst="rect">
            <a:avLst/>
          </a:prstGeom>
        </p:spPr>
        <p:txBody>
          <a:bodyPr vert="horz" lIns="91300" tIns="45650" rIns="91300" bIns="4565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40AD4-E4AE-2FD9-F935-664F066B63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647" y="1"/>
            <a:ext cx="2944283" cy="498295"/>
          </a:xfrm>
          <a:prstGeom prst="rect">
            <a:avLst/>
          </a:prstGeom>
        </p:spPr>
        <p:txBody>
          <a:bodyPr vert="horz" lIns="91300" tIns="45650" rIns="91300" bIns="45650" rtlCol="0"/>
          <a:lstStyle>
            <a:lvl1pPr algn="r">
              <a:defRPr sz="1200"/>
            </a:lvl1pPr>
          </a:lstStyle>
          <a:p>
            <a:fld id="{E8F0C6CA-85D6-4952-BD73-F470547A32B9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5E3DC-B8F2-70B3-38C2-0E68A59535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433108"/>
            <a:ext cx="2944283" cy="498293"/>
          </a:xfrm>
          <a:prstGeom prst="rect">
            <a:avLst/>
          </a:prstGeom>
        </p:spPr>
        <p:txBody>
          <a:bodyPr vert="horz" lIns="91300" tIns="45650" rIns="91300" bIns="4565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DDC1B-0AA0-5936-E3FF-F9032E589E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647" y="9433108"/>
            <a:ext cx="2944283" cy="498293"/>
          </a:xfrm>
          <a:prstGeom prst="rect">
            <a:avLst/>
          </a:prstGeom>
        </p:spPr>
        <p:txBody>
          <a:bodyPr vert="horz" lIns="91300" tIns="45650" rIns="91300" bIns="45650" rtlCol="0" anchor="b"/>
          <a:lstStyle>
            <a:lvl1pPr algn="r">
              <a:defRPr sz="1200"/>
            </a:lvl1pPr>
          </a:lstStyle>
          <a:p>
            <a:fld id="{7C203B06-0C29-4BB1-AA85-AF21C06C438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9308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4283" cy="498295"/>
          </a:xfrm>
          <a:prstGeom prst="rect">
            <a:avLst/>
          </a:prstGeom>
        </p:spPr>
        <p:txBody>
          <a:bodyPr vert="horz" lIns="91300" tIns="45650" rIns="91300" bIns="4565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8647" y="1"/>
            <a:ext cx="2944283" cy="498295"/>
          </a:xfrm>
          <a:prstGeom prst="rect">
            <a:avLst/>
          </a:prstGeom>
        </p:spPr>
        <p:txBody>
          <a:bodyPr vert="horz" lIns="91300" tIns="45650" rIns="91300" bIns="4565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00" tIns="45650" rIns="91300" bIns="4565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1" y="4779486"/>
            <a:ext cx="5435600" cy="3910489"/>
          </a:xfrm>
          <a:prstGeom prst="rect">
            <a:avLst/>
          </a:prstGeom>
        </p:spPr>
        <p:txBody>
          <a:bodyPr vert="horz" lIns="91300" tIns="45650" rIns="91300" bIns="4565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9433108"/>
            <a:ext cx="2944283" cy="498293"/>
          </a:xfrm>
          <a:prstGeom prst="rect">
            <a:avLst/>
          </a:prstGeom>
        </p:spPr>
        <p:txBody>
          <a:bodyPr vert="horz" lIns="91300" tIns="45650" rIns="91300" bIns="4565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8647" y="9433108"/>
            <a:ext cx="2944283" cy="498293"/>
          </a:xfrm>
          <a:prstGeom prst="rect">
            <a:avLst/>
          </a:prstGeom>
        </p:spPr>
        <p:txBody>
          <a:bodyPr vert="horz" lIns="91300" tIns="45650" rIns="91300" bIns="4565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AAFEF-E716-4095-94EC-49125DB874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90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2512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054" y="5676109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1" y="2602899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1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399"/>
            </a:lvl1pPr>
            <a:lvl2pPr marL="457166" indent="0">
              <a:buFontTx/>
              <a:buNone/>
              <a:defRPr/>
            </a:lvl2pPr>
            <a:lvl3pPr marL="914333" indent="0">
              <a:buFontTx/>
              <a:buNone/>
              <a:defRPr/>
            </a:lvl3pPr>
            <a:lvl4pPr marL="1371499" indent="0">
              <a:buFontTx/>
              <a:buNone/>
              <a:defRPr/>
            </a:lvl4pPr>
            <a:lvl5pPr marL="1371499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4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8">
          <p15:clr>
            <a:srgbClr val="FBAE40"/>
          </p15:clr>
        </p15:guide>
        <p15:guide id="2" pos="6185">
          <p15:clr>
            <a:srgbClr val="FBAE40"/>
          </p15:clr>
        </p15:guide>
        <p15:guide id="3" orient="horz" pos="1290">
          <p15:clr>
            <a:srgbClr val="FBAE40"/>
          </p15:clr>
        </p15:guide>
        <p15:guide id="4" orient="horz" pos="2590">
          <p15:clr>
            <a:srgbClr val="FBAE40"/>
          </p15:clr>
        </p15:guide>
        <p15:guide id="5" orient="horz" pos="2664">
          <p15:clr>
            <a:srgbClr val="FBAE40"/>
          </p15:clr>
        </p15:guide>
        <p15:guide id="6" orient="horz" pos="347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054" y="5676109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4" y="1152145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4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399"/>
            </a:lvl1pPr>
            <a:lvl2pPr marL="457166" indent="0">
              <a:buFontTx/>
              <a:buNone/>
              <a:defRPr/>
            </a:lvl2pPr>
            <a:lvl3pPr marL="914333" indent="0">
              <a:buFontTx/>
              <a:buNone/>
              <a:defRPr/>
            </a:lvl3pPr>
            <a:lvl4pPr marL="1371499" indent="0">
              <a:buFontTx/>
              <a:buNone/>
              <a:defRPr/>
            </a:lvl4pPr>
            <a:lvl5pPr marL="1371499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2742494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79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53">
          <p15:clr>
            <a:srgbClr val="FBAE40"/>
          </p15:clr>
        </p15:guide>
        <p15:guide id="2" pos="6491">
          <p15:clr>
            <a:srgbClr val="FBAE40"/>
          </p15:clr>
        </p15:guide>
        <p15:guide id="3" orient="horz" pos="2088">
          <p15:clr>
            <a:srgbClr val="FBAE40"/>
          </p15:clr>
        </p15:guide>
        <p15:guide id="4" orient="horz" pos="2014">
          <p15:clr>
            <a:srgbClr val="FBAE40"/>
          </p15:clr>
        </p15:guide>
        <p15:guide id="5" orient="horz" pos="347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054" y="5676109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1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1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33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4999" b="1" kern="0" baseline="0">
                <a:solidFill>
                  <a:schemeClr val="bg1"/>
                </a:solidFill>
              </a:defRPr>
            </a:lvl1pPr>
            <a:lvl2pPr marL="197985" indent="0">
              <a:buFontTx/>
              <a:buNone/>
              <a:defRPr/>
            </a:lvl2pPr>
            <a:lvl3pPr marL="413970" indent="0">
              <a:buFontTx/>
              <a:buNone/>
              <a:defRPr/>
            </a:lvl3pPr>
            <a:lvl4pPr marL="611955" indent="0">
              <a:buFontTx/>
              <a:buNone/>
              <a:defRPr/>
            </a:lvl4pPr>
            <a:lvl5pPr marL="611955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02001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87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2">
          <p15:clr>
            <a:srgbClr val="FBAE40"/>
          </p15:clr>
        </p15:guide>
        <p15:guide id="2" pos="6165">
          <p15:clr>
            <a:srgbClr val="FBAE40"/>
          </p15:clr>
        </p15:guide>
        <p15:guide id="3" orient="horz" pos="1557">
          <p15:clr>
            <a:srgbClr val="FBAE40"/>
          </p15:clr>
        </p15:guide>
        <p15:guide id="4" orient="horz" pos="281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054" y="5676109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2" y="1200076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33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4999" b="1" kern="0" baseline="0">
                <a:solidFill>
                  <a:schemeClr val="bg1"/>
                </a:solidFill>
              </a:defRPr>
            </a:lvl1pPr>
            <a:lvl2pPr marL="197985" indent="0">
              <a:buFontTx/>
              <a:buNone/>
              <a:defRPr/>
            </a:lvl2pPr>
            <a:lvl3pPr marL="413970" indent="0">
              <a:buFontTx/>
              <a:buNone/>
              <a:defRPr/>
            </a:lvl3pPr>
            <a:lvl4pPr marL="611955" indent="0">
              <a:buFontTx/>
              <a:buNone/>
              <a:defRPr/>
            </a:lvl4pPr>
            <a:lvl5pPr marL="611955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0799" y="1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33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64">
          <p15:clr>
            <a:srgbClr val="FBAE40"/>
          </p15:clr>
        </p15:guide>
        <p15:guide id="2" pos="6165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2738">
          <p15:clr>
            <a:srgbClr val="FBAE40"/>
          </p15:clr>
        </p15:guide>
        <p15:guide id="5" pos="29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054" y="5676109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02001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1945627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48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054" y="5676109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02001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7985" indent="0">
              <a:buFontTx/>
              <a:buNone/>
              <a:defRPr/>
            </a:lvl2pPr>
            <a:lvl3pPr marL="413970" indent="0">
              <a:buFontTx/>
              <a:buNone/>
              <a:defRPr/>
            </a:lvl3pPr>
            <a:lvl4pPr marL="611955" indent="0">
              <a:buFontTx/>
              <a:buNone/>
              <a:defRPr/>
            </a:lvl4pPr>
            <a:lvl5pPr marL="611955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75090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48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054" y="5676109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02001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6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7985" indent="0">
              <a:buFontTx/>
              <a:buNone/>
              <a:defRPr/>
            </a:lvl2pPr>
            <a:lvl3pPr marL="413970" indent="0">
              <a:buFontTx/>
              <a:buNone/>
              <a:defRPr/>
            </a:lvl3pPr>
            <a:lvl4pPr marL="611955" indent="0">
              <a:buFontTx/>
              <a:buNone/>
              <a:defRPr/>
            </a:lvl4pPr>
            <a:lvl5pPr marL="611955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428281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949">
          <p15:clr>
            <a:srgbClr val="FBAE40"/>
          </p15:clr>
        </p15:guide>
        <p15:guide id="4" orient="horz" pos="3489">
          <p15:clr>
            <a:srgbClr val="FBAE40"/>
          </p15:clr>
        </p15:guide>
        <p15:guide id="5" orient="horz" pos="220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054" y="5676109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7985" indent="0">
              <a:buFontTx/>
              <a:buNone/>
              <a:defRPr/>
            </a:lvl2pPr>
            <a:lvl3pPr marL="413970" indent="0">
              <a:buFontTx/>
              <a:buNone/>
              <a:defRPr/>
            </a:lvl3pPr>
            <a:lvl4pPr marL="611955" indent="0">
              <a:buFontTx/>
              <a:buNone/>
              <a:defRPr/>
            </a:lvl4pPr>
            <a:lvl5pPr marL="611955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00799" y="1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86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56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250">
          <p15:clr>
            <a:srgbClr val="FBAE40"/>
          </p15:clr>
        </p15:guide>
        <p15:guide id="4" orient="horz" pos="3489">
          <p15:clr>
            <a:srgbClr val="FBAE40"/>
          </p15:clr>
        </p15:guide>
        <p15:guide id="5" pos="371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66" indent="0">
              <a:buNone/>
              <a:defRPr sz="2800"/>
            </a:lvl2pPr>
            <a:lvl3pPr marL="525524" indent="0">
              <a:buNone/>
              <a:defRPr sz="2800"/>
            </a:lvl3pPr>
            <a:lvl4pPr marL="748690" indent="0">
              <a:buNone/>
              <a:defRPr sz="2800"/>
            </a:lvl4pPr>
            <a:lvl5pPr marL="748690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51644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" userDrawn="1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66" indent="0">
              <a:buNone/>
              <a:defRPr sz="2800"/>
            </a:lvl2pPr>
            <a:lvl3pPr marL="525524" indent="0">
              <a:buNone/>
              <a:defRPr sz="2800"/>
            </a:lvl3pPr>
            <a:lvl4pPr marL="748690" indent="0">
              <a:buNone/>
              <a:defRPr sz="2800"/>
            </a:lvl4pPr>
            <a:lvl5pPr marL="748690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428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3225">
          <p15:clr>
            <a:srgbClr val="FBAE40"/>
          </p15:clr>
        </p15:guide>
        <p15:guide id="9" pos="368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66" indent="0">
              <a:buNone/>
              <a:defRPr sz="2800"/>
            </a:lvl2pPr>
            <a:lvl3pPr marL="525524" indent="0">
              <a:buNone/>
              <a:defRPr sz="2800"/>
            </a:lvl3pPr>
            <a:lvl4pPr marL="748690" indent="0">
              <a:buNone/>
              <a:defRPr sz="2800"/>
            </a:lvl4pPr>
            <a:lvl5pPr marL="748690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1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1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4866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2126">
          <p15:clr>
            <a:srgbClr val="FBAE40"/>
          </p15:clr>
        </p15:guide>
        <p15:guide id="9" pos="2455">
          <p15:clr>
            <a:srgbClr val="FBAE40"/>
          </p15:clr>
        </p15:guide>
        <p15:guide id="10" pos="4453">
          <p15:clr>
            <a:srgbClr val="FBAE40"/>
          </p15:clr>
        </p15:guide>
        <p15:guide id="11" pos="478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66" indent="0">
              <a:buNone/>
              <a:defRPr sz="2800"/>
            </a:lvl2pPr>
            <a:lvl3pPr marL="525524" indent="0">
              <a:buNone/>
              <a:defRPr sz="2800"/>
            </a:lvl3pPr>
            <a:lvl4pPr marL="748690" indent="0">
              <a:buNone/>
              <a:defRPr sz="2800"/>
            </a:lvl4pPr>
            <a:lvl5pPr marL="748690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1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1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422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1731">
          <p15:clr>
            <a:srgbClr val="FBAE40"/>
          </p15:clr>
        </p15:guide>
        <p15:guide id="9" pos="1810">
          <p15:clr>
            <a:srgbClr val="FBAE40"/>
          </p15:clr>
        </p15:guide>
        <p15:guide id="10" pos="3417">
          <p15:clr>
            <a:srgbClr val="FBAE40"/>
          </p15:clr>
        </p15:guide>
        <p15:guide id="11" pos="3495">
          <p15:clr>
            <a:srgbClr val="FBAE40"/>
          </p15:clr>
        </p15:guide>
        <p15:guide id="12" pos="5098">
          <p15:clr>
            <a:srgbClr val="FBAE40"/>
          </p15:clr>
        </p15:guide>
        <p15:guide id="13" pos="51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66" indent="0">
              <a:buNone/>
              <a:defRPr sz="2800"/>
            </a:lvl2pPr>
            <a:lvl3pPr marL="525524" indent="0">
              <a:buNone/>
              <a:defRPr sz="2800"/>
            </a:lvl3pPr>
            <a:lvl4pPr marL="748690" indent="0">
              <a:buNone/>
              <a:defRPr sz="2800"/>
            </a:lvl4pPr>
            <a:lvl5pPr marL="748690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1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7084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orient="horz" pos="2113">
          <p15:clr>
            <a:srgbClr val="FBAE40"/>
          </p15:clr>
        </p15:guide>
        <p15:guide id="9" orient="horz" pos="21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66" indent="0">
              <a:buNone/>
              <a:defRPr sz="2800"/>
            </a:lvl2pPr>
            <a:lvl3pPr marL="525524" indent="0">
              <a:buNone/>
              <a:defRPr sz="2800"/>
            </a:lvl3pPr>
            <a:lvl4pPr marL="748690" indent="0">
              <a:buNone/>
              <a:defRPr sz="2800"/>
            </a:lvl4pPr>
            <a:lvl5pPr marL="748690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1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6122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orient="horz" pos="2113">
          <p15:clr>
            <a:srgbClr val="FBAE40"/>
          </p15:clr>
        </p15:guide>
        <p15:guide id="9" orient="horz" pos="2192">
          <p15:clr>
            <a:srgbClr val="FBAE40"/>
          </p15:clr>
        </p15:guide>
        <p15:guide id="10" pos="3225">
          <p15:clr>
            <a:srgbClr val="FBAE40"/>
          </p15:clr>
        </p15:guide>
        <p15:guide id="11" pos="36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66" indent="0">
              <a:buNone/>
              <a:defRPr sz="2800"/>
            </a:lvl2pPr>
            <a:lvl3pPr marL="525524" indent="0">
              <a:buNone/>
              <a:defRPr sz="2800"/>
            </a:lvl3pPr>
            <a:lvl4pPr marL="748690" indent="0">
              <a:buNone/>
              <a:defRPr sz="2800"/>
            </a:lvl4pPr>
            <a:lvl5pPr marL="748690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1" y="1296001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1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1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1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921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pos="2126">
          <p15:clr>
            <a:srgbClr val="FBAE40"/>
          </p15:clr>
        </p15:guide>
        <p15:guide id="9" pos="2457">
          <p15:clr>
            <a:srgbClr val="FBAE40"/>
          </p15:clr>
        </p15:guide>
        <p15:guide id="10" pos="4453">
          <p15:clr>
            <a:srgbClr val="FBAE40"/>
          </p15:clr>
        </p15:guide>
        <p15:guide id="11" pos="4782">
          <p15:clr>
            <a:srgbClr val="FBAE40"/>
          </p15:clr>
        </p15:guide>
        <p15:guide id="12" orient="horz" pos="2113">
          <p15:clr>
            <a:srgbClr val="FBAE40"/>
          </p15:clr>
        </p15:guide>
        <p15:guide id="13" orient="horz" pos="219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66" indent="0">
              <a:buNone/>
              <a:defRPr sz="2800"/>
            </a:lvl2pPr>
            <a:lvl3pPr marL="525524" indent="0">
              <a:buNone/>
              <a:defRPr sz="2800"/>
            </a:lvl3pPr>
            <a:lvl4pPr marL="748690" indent="0">
              <a:buNone/>
              <a:defRPr sz="2800"/>
            </a:lvl4pPr>
            <a:lvl5pPr marL="748690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1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1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1" y="1296001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1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1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6362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  <p15:guide id="8" orient="horz" pos="2113">
          <p15:clr>
            <a:srgbClr val="FBAE40"/>
          </p15:clr>
        </p15:guide>
        <p15:guide id="9" orient="horz" pos="2192">
          <p15:clr>
            <a:srgbClr val="FBAE40"/>
          </p15:clr>
        </p15:guide>
        <p15:guide id="10" pos="1731">
          <p15:clr>
            <a:srgbClr val="FBAE40"/>
          </p15:clr>
        </p15:guide>
        <p15:guide id="11" pos="1810">
          <p15:clr>
            <a:srgbClr val="FBAE40"/>
          </p15:clr>
        </p15:guide>
        <p15:guide id="12" pos="3416">
          <p15:clr>
            <a:srgbClr val="FBAE40"/>
          </p15:clr>
        </p15:guide>
        <p15:guide id="13" pos="3497">
          <p15:clr>
            <a:srgbClr val="FBAE40"/>
          </p15:clr>
        </p15:guide>
        <p15:guide id="14" pos="5098">
          <p15:clr>
            <a:srgbClr val="FBAE40"/>
          </p15:clr>
        </p15:guide>
        <p15:guide id="15" pos="517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66" indent="0">
              <a:buNone/>
              <a:defRPr sz="2800"/>
            </a:lvl2pPr>
            <a:lvl3pPr marL="525524" indent="0">
              <a:buNone/>
              <a:defRPr sz="2800"/>
            </a:lvl3pPr>
            <a:lvl4pPr marL="748690" indent="0">
              <a:buNone/>
              <a:defRPr sz="2800"/>
            </a:lvl4pPr>
            <a:lvl5pPr marL="748690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</p:spTree>
    <p:extLst>
      <p:ext uri="{BB962C8B-B14F-4D97-AF65-F5344CB8AC3E}">
        <p14:creationId xmlns:p14="http://schemas.microsoft.com/office/powerpoint/2010/main" val="1730621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4" orient="horz" pos="408">
          <p15:clr>
            <a:srgbClr val="FBAE40"/>
          </p15:clr>
        </p15:guide>
        <p15:guide id="5" orient="horz" pos="654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5930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>
          <p15:clr>
            <a:srgbClr val="FBAE40"/>
          </p15:clr>
        </p15:guide>
        <p15:guide id="2" pos="6784">
          <p15:clr>
            <a:srgbClr val="FBAE40"/>
          </p15:clr>
        </p15:guide>
        <p15:guide id="3" orient="horz" pos="162">
          <p15:clr>
            <a:srgbClr val="FBAE40"/>
          </p15:clr>
        </p15:guide>
        <p15:guide id="7" orient="horz" pos="348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5478111"/>
              </p:ext>
            </p:extLst>
          </p:nvPr>
        </p:nvGraphicFramePr>
        <p:xfrm>
          <a:off x="1430" y="1430"/>
          <a:ext cx="1429" cy="1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30" y="1430"/>
                        <a:ext cx="1429" cy="1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 bwMode="gray">
          <a:xfrm>
            <a:off x="269957" y="751487"/>
            <a:ext cx="10332587" cy="5119167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itelplatzhalter 1"/>
          <p:cNvSpPr>
            <a:spLocks noGrp="1"/>
          </p:cNvSpPr>
          <p:nvPr>
            <p:ph type="title" hasCustomPrompt="1"/>
          </p:nvPr>
        </p:nvSpPr>
        <p:spPr bwMode="gray">
          <a:xfrm>
            <a:off x="269956" y="101870"/>
            <a:ext cx="8584302" cy="534463"/>
          </a:xfrm>
          <a:prstGeom prst="rect">
            <a:avLst/>
          </a:prstGeom>
        </p:spPr>
        <p:txBody>
          <a:bodyPr vert="horz" lIns="0" tIns="72000" rIns="0" bIns="72000" rtlCol="0" anchor="b">
            <a:noAutofit/>
          </a:bodyPr>
          <a:lstStyle/>
          <a:p>
            <a:r>
              <a:rPr lang="de-DE"/>
              <a:t>Titelmasterformat durch Klicken bearbeiten</a:t>
            </a:r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82880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43">
          <p15:clr>
            <a:srgbClr val="FBAE40"/>
          </p15:clr>
        </p15:guide>
        <p15:guide id="2" pos="345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B5BEE41-FD0A-4528-A5A8-E59AB2A407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381300"/>
              </p:ext>
            </p:extLst>
          </p:nvPr>
        </p:nvGraphicFramePr>
        <p:xfrm>
          <a:off x="1430" y="1430"/>
          <a:ext cx="1429" cy="1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43" imgH="444" progId="TCLayout.ActiveDocument.1">
                  <p:embed/>
                </p:oleObj>
              </mc:Choice>
              <mc:Fallback>
                <p:oleObj name="think-cell Slide" r:id="rId5" imgW="443" imgH="4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CB5BEE41-FD0A-4528-A5A8-E59AB2A407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0" y="1430"/>
                        <a:ext cx="1429" cy="1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/>
          <p:cNvSpPr>
            <a:spLocks noGrp="1"/>
          </p:cNvSpPr>
          <p:nvPr>
            <p:ph type="body" sz="quarter" idx="16" hasCustomPrompt="1"/>
          </p:nvPr>
        </p:nvSpPr>
        <p:spPr>
          <a:xfrm>
            <a:off x="898301" y="183429"/>
            <a:ext cx="9141133" cy="152241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1080" b="1" dirty="0"/>
            </a:lvl1pPr>
          </a:lstStyle>
          <a:p>
            <a:pPr lvl="0">
              <a:spcAft>
                <a:spcPts val="0"/>
              </a:spcAft>
            </a:pPr>
            <a:r>
              <a:rPr lang="de-DE" noProof="0"/>
              <a:t>Super title </a:t>
            </a:r>
            <a:r>
              <a:rPr lang="de-DE" noProof="0" err="1"/>
              <a:t>here</a:t>
            </a:r>
            <a:endParaRPr lang="de-DE" noProof="0"/>
          </a:p>
        </p:txBody>
      </p:sp>
      <p:sp>
        <p:nvSpPr>
          <p:cNvPr id="2" name="Randschutz Ausnahme Body" hidden="1"/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914247" y="1279831"/>
            <a:ext cx="9141134" cy="41428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584" tIns="48584" rIns="48584" bIns="48584" rtlCol="0" anchor="ctr"/>
          <a:lstStyle/>
          <a:p>
            <a:pPr algn="ctr"/>
            <a:endParaRPr lang="de-DE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Layoutrandschutz" hidden="1"/>
          <p:cNvSpPr>
            <a:spLocks/>
          </p:cNvSpPr>
          <p:nvPr userDrawn="1">
            <p:custDataLst>
              <p:tags r:id="rId3"/>
            </p:custDataLst>
          </p:nvPr>
        </p:nvSpPr>
        <p:spPr>
          <a:xfrm>
            <a:off x="899133" y="1267551"/>
            <a:ext cx="9180998" cy="41947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584" tIns="48584" rIns="48584" bIns="485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94321" indent="-194321" algn="l">
              <a:spcAft>
                <a:spcPts val="540"/>
              </a:spcAft>
              <a:buFont typeface="Arial" panose="020B0604020202020204" pitchFamily="34" charset="0"/>
              <a:buChar char="—"/>
            </a:pPr>
            <a:endParaRPr lang="de-DE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84FE21A-4081-456B-BF85-351F69436B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8301" y="388521"/>
            <a:ext cx="9173025" cy="479937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119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43">
          <p15:clr>
            <a:srgbClr val="FBAE40"/>
          </p15:clr>
        </p15:guide>
        <p15:guide id="2" pos="345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19F6-EDEE-FAD7-79FE-7CE66FED8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203" y="1009867"/>
            <a:ext cx="8227219" cy="2148287"/>
          </a:xfrm>
        </p:spPr>
        <p:txBody>
          <a:bodyPr anchor="b"/>
          <a:lstStyle>
            <a:lvl1pPr algn="ctr">
              <a:defRPr sz="5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CAAAC-8CCF-2FE9-ED6C-8D62D36F6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203" y="3241000"/>
            <a:ext cx="8227219" cy="1489803"/>
          </a:xfrm>
        </p:spPr>
        <p:txBody>
          <a:bodyPr/>
          <a:lstStyle>
            <a:lvl1pPr marL="0" indent="0" algn="ctr">
              <a:buNone/>
              <a:defRPr sz="2159"/>
            </a:lvl1pPr>
            <a:lvl2pPr marL="411343" indent="0" algn="ctr">
              <a:buNone/>
              <a:defRPr sz="1799"/>
            </a:lvl2pPr>
            <a:lvl3pPr marL="822686" indent="0" algn="ctr">
              <a:buNone/>
              <a:defRPr sz="1619"/>
            </a:lvl3pPr>
            <a:lvl4pPr marL="1234029" indent="0" algn="ctr">
              <a:buNone/>
              <a:defRPr sz="1440"/>
            </a:lvl4pPr>
            <a:lvl5pPr marL="1645371" indent="0" algn="ctr">
              <a:buNone/>
              <a:defRPr sz="1440"/>
            </a:lvl5pPr>
            <a:lvl6pPr marL="2056714" indent="0" algn="ctr">
              <a:buNone/>
              <a:defRPr sz="1440"/>
            </a:lvl6pPr>
            <a:lvl7pPr marL="2468057" indent="0" algn="ctr">
              <a:buNone/>
              <a:defRPr sz="1440"/>
            </a:lvl7pPr>
            <a:lvl8pPr marL="2879400" indent="0" algn="ctr">
              <a:buNone/>
              <a:defRPr sz="1440"/>
            </a:lvl8pPr>
            <a:lvl9pPr marL="3290743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B2C47-5552-737E-AC0E-ECCFFFAA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CFFDE-9C5A-4067-4F87-B51CA29E0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873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8E78F-468B-C8DA-FE5A-B488CA72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576C73-8752-6600-AD2B-B3CFE69B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162" y="5719245"/>
            <a:ext cx="2468166" cy="3285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04D5D3-299A-DD67-0137-EDA616D1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33689" y="5719245"/>
            <a:ext cx="3702248" cy="3285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09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43" userDrawn="1">
          <p15:clr>
            <a:srgbClr val="FBAE40"/>
          </p15:clr>
        </p15:guide>
        <p15:guide id="2" pos="345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981838"/>
              </p:ext>
            </p:extLst>
          </p:nvPr>
        </p:nvGraphicFramePr>
        <p:xfrm>
          <a:off x="159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1" imgH="351" progId="TCLayout.ActiveDocument.1">
                  <p:embed/>
                </p:oleObj>
              </mc:Choice>
              <mc:Fallback>
                <p:oleObj name="think-cell Slide" r:id="rId3" imgW="351" imgH="351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7278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43" userDrawn="1">
          <p15:clr>
            <a:srgbClr val="FBAE40"/>
          </p15:clr>
        </p15:guide>
        <p15:guide id="2" pos="34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w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82CDB83-8FD5-BD92-2E66-B29F69E062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1234261365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473" imgH="473" progId="TCLayout.ActiveDocument.1">
                  <p:embed/>
                </p:oleObj>
              </mc:Choice>
              <mc:Fallback>
                <p:oleObj name="think-cell Slide" r:id="rId26" imgW="473" imgH="473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82CDB83-8FD5-BD92-2E66-B29F69E062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054" y="5676109"/>
            <a:ext cx="1015200" cy="276683"/>
          </a:xfrm>
          <a:prstGeom prst="rect">
            <a:avLst/>
          </a:prstGeom>
        </p:spPr>
      </p:pic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02001"/>
            <a:ext cx="10969200" cy="68556"/>
          </a:xfrm>
          <a:prstGeom prst="rect">
            <a:avLst/>
          </a:prstGeom>
        </p:spPr>
      </p:pic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DC422A72-A739-2729-7FF3-8BE6B6FF961F}"/>
              </a:ext>
            </a:extLst>
          </p:cNvPr>
          <p:cNvSpPr txBox="1">
            <a:spLocks/>
          </p:cNvSpPr>
          <p:nvPr userDrawn="1"/>
        </p:nvSpPr>
        <p:spPr>
          <a:xfrm>
            <a:off x="205200" y="5672622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999FA6"/>
                </a:solidFill>
                <a:latin typeface="+mn-lt"/>
                <a:ea typeface="+mn-ea"/>
                <a:cs typeface="+mn-cs"/>
              </a:defRPr>
            </a:lvl1pPr>
            <a:lvl2pPr marL="41113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2pPr>
            <a:lvl3pPr marL="8222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3pPr>
            <a:lvl4pPr marL="123341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4pPr>
            <a:lvl5pPr marL="164454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5pPr>
            <a:lvl6pPr marL="2055686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6pPr>
            <a:lvl7pPr marL="2466823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7pPr>
            <a:lvl8pPr marL="2877960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8pPr>
            <a:lvl9pPr marL="3289097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9pPr>
          </a:lstStyle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1" y="5688001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333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Confidential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19.02.2024</a:t>
            </a:r>
          </a:p>
          <a:p>
            <a:pPr marR="0" defTabSz="914333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1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2023.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4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333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1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</p:spTree>
    <p:extLst>
      <p:ext uri="{BB962C8B-B14F-4D97-AF65-F5344CB8AC3E}">
        <p14:creationId xmlns:p14="http://schemas.microsoft.com/office/powerpoint/2010/main" val="400561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32" r:id="rId17"/>
    <p:sldLayoutId id="2147483833" r:id="rId18"/>
    <p:sldLayoutId id="2147483834" r:id="rId19"/>
    <p:sldLayoutId id="2147483835" r:id="rId20"/>
    <p:sldLayoutId id="2147483836" r:id="rId21"/>
    <p:sldLayoutId id="2147483837" r:id="rId22"/>
    <p:sldLayoutId id="2147483839" r:id="rId23"/>
  </p:sldLayoutIdLst>
  <p:hf sldNum="0" hdr="0" ftr="0" dt="0"/>
  <p:txStyles>
    <p:titleStyle>
      <a:lvl1pPr algn="l" defTabSz="914266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383" indent="-230383" algn="l" defTabSz="914266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550" indent="-230383" algn="l" defTabSz="914266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716" indent="-230383" algn="l" defTabSz="914266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1883" indent="-230383" algn="l" defTabSz="914266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1883" indent="-230383" algn="l" defTabSz="914266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1883" indent="-230383" algn="l" defTabSz="914266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1883" indent="-230383" algn="l" defTabSz="914266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1883" indent="-230383" algn="l" defTabSz="914266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1883" indent="-230383" algn="l" defTabSz="914266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2" algn="l" defTabSz="9142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6" algn="l" defTabSz="9142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8" algn="l" defTabSz="9142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0" algn="l" defTabSz="9142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64" algn="l" defTabSz="9142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97" algn="l" defTabSz="9142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0" algn="l" defTabSz="9142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64" algn="l" defTabSz="9142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8.jpg"/><Relationship Id="rId3" Type="http://schemas.openxmlformats.org/officeDocument/2006/relationships/tags" Target="../tags/tag10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17.jpg"/><Relationship Id="rId17" Type="http://schemas.openxmlformats.org/officeDocument/2006/relationships/image" Target="../media/image22.png"/><Relationship Id="rId2" Type="http://schemas.openxmlformats.org/officeDocument/2006/relationships/tags" Target="../tags/tag9.xml"/><Relationship Id="rId16" Type="http://schemas.openxmlformats.org/officeDocument/2006/relationships/image" Target="../media/image21.jpg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4.xml"/><Relationship Id="rId11" Type="http://schemas.openxmlformats.org/officeDocument/2006/relationships/image" Target="../media/image16.png"/><Relationship Id="rId5" Type="http://schemas.openxmlformats.org/officeDocument/2006/relationships/tags" Target="../tags/tag12.xml"/><Relationship Id="rId15" Type="http://schemas.openxmlformats.org/officeDocument/2006/relationships/image" Target="../media/image20.jpg"/><Relationship Id="rId10" Type="http://schemas.openxmlformats.org/officeDocument/2006/relationships/image" Target="../media/image15.emf"/><Relationship Id="rId4" Type="http://schemas.openxmlformats.org/officeDocument/2006/relationships/tags" Target="../tags/tag11.xml"/><Relationship Id="rId9" Type="http://schemas.openxmlformats.org/officeDocument/2006/relationships/image" Target="../media/image14.emf"/><Relationship Id="rId14" Type="http://schemas.openxmlformats.org/officeDocument/2006/relationships/image" Target="../media/image19.jp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25.xml"/><Relationship Id="rId18" Type="http://schemas.openxmlformats.org/officeDocument/2006/relationships/tags" Target="../tags/tag30.xml"/><Relationship Id="rId26" Type="http://schemas.openxmlformats.org/officeDocument/2006/relationships/tags" Target="../tags/tag38.xml"/><Relationship Id="rId39" Type="http://schemas.openxmlformats.org/officeDocument/2006/relationships/tags" Target="../tags/tag51.xml"/><Relationship Id="rId21" Type="http://schemas.openxmlformats.org/officeDocument/2006/relationships/tags" Target="../tags/tag33.xml"/><Relationship Id="rId34" Type="http://schemas.openxmlformats.org/officeDocument/2006/relationships/tags" Target="../tags/tag46.xml"/><Relationship Id="rId42" Type="http://schemas.openxmlformats.org/officeDocument/2006/relationships/notesSlide" Target="../notesSlides/notesSlide2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6" Type="http://schemas.openxmlformats.org/officeDocument/2006/relationships/tags" Target="../tags/tag28.xml"/><Relationship Id="rId20" Type="http://schemas.openxmlformats.org/officeDocument/2006/relationships/tags" Target="../tags/tag32.xml"/><Relationship Id="rId29" Type="http://schemas.openxmlformats.org/officeDocument/2006/relationships/tags" Target="../tags/tag41.xml"/><Relationship Id="rId41" Type="http://schemas.openxmlformats.org/officeDocument/2006/relationships/slideLayout" Target="../slideLayouts/slideLayout17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24" Type="http://schemas.openxmlformats.org/officeDocument/2006/relationships/tags" Target="../tags/tag36.xml"/><Relationship Id="rId32" Type="http://schemas.openxmlformats.org/officeDocument/2006/relationships/tags" Target="../tags/tag44.xml"/><Relationship Id="rId37" Type="http://schemas.openxmlformats.org/officeDocument/2006/relationships/tags" Target="../tags/tag49.xml"/><Relationship Id="rId40" Type="http://schemas.openxmlformats.org/officeDocument/2006/relationships/tags" Target="../tags/tag52.xml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23" Type="http://schemas.openxmlformats.org/officeDocument/2006/relationships/tags" Target="../tags/tag35.xml"/><Relationship Id="rId28" Type="http://schemas.openxmlformats.org/officeDocument/2006/relationships/tags" Target="../tags/tag40.xml"/><Relationship Id="rId36" Type="http://schemas.openxmlformats.org/officeDocument/2006/relationships/tags" Target="../tags/tag48.xml"/><Relationship Id="rId10" Type="http://schemas.openxmlformats.org/officeDocument/2006/relationships/tags" Target="../tags/tag22.xml"/><Relationship Id="rId19" Type="http://schemas.openxmlformats.org/officeDocument/2006/relationships/tags" Target="../tags/tag31.xml"/><Relationship Id="rId31" Type="http://schemas.openxmlformats.org/officeDocument/2006/relationships/tags" Target="../tags/tag43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Relationship Id="rId22" Type="http://schemas.openxmlformats.org/officeDocument/2006/relationships/tags" Target="../tags/tag34.xml"/><Relationship Id="rId27" Type="http://schemas.openxmlformats.org/officeDocument/2006/relationships/tags" Target="../tags/tag39.xml"/><Relationship Id="rId30" Type="http://schemas.openxmlformats.org/officeDocument/2006/relationships/tags" Target="../tags/tag42.xml"/><Relationship Id="rId35" Type="http://schemas.openxmlformats.org/officeDocument/2006/relationships/tags" Target="../tags/tag47.xml"/><Relationship Id="rId8" Type="http://schemas.openxmlformats.org/officeDocument/2006/relationships/tags" Target="../tags/tag20.xml"/><Relationship Id="rId3" Type="http://schemas.openxmlformats.org/officeDocument/2006/relationships/tags" Target="../tags/tag15.xml"/><Relationship Id="rId12" Type="http://schemas.openxmlformats.org/officeDocument/2006/relationships/tags" Target="../tags/tag24.xml"/><Relationship Id="rId17" Type="http://schemas.openxmlformats.org/officeDocument/2006/relationships/tags" Target="../tags/tag29.xml"/><Relationship Id="rId25" Type="http://schemas.openxmlformats.org/officeDocument/2006/relationships/tags" Target="../tags/tag37.xml"/><Relationship Id="rId33" Type="http://schemas.openxmlformats.org/officeDocument/2006/relationships/tags" Target="../tags/tag45.xml"/><Relationship Id="rId38" Type="http://schemas.openxmlformats.org/officeDocument/2006/relationships/tags" Target="../tags/tag5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rb-powerbi.bosch.com/reports/powerbi/PBI/Production/LocationsReporting_1053784?rs:embed=true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6E666B83-21EF-4963-9A78-C41C9F7D45E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650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 pitchFamily="2" charset="0"/>
              <a:ea typeface="+mj-ea"/>
              <a:cs typeface="+mj-cs"/>
              <a:sym typeface="Bosch Office Sans" pitchFamily="2" charset="0"/>
            </a:endParaRPr>
          </a:p>
        </p:txBody>
      </p:sp>
      <p:pic>
        <p:nvPicPr>
          <p:cNvPr id="5" name="Grafik 4"/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8680" y="5464810"/>
            <a:ext cx="1094740" cy="57531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Grafik 3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40720" y="0"/>
            <a:ext cx="129540" cy="617093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C710DD-A3DA-BD85-CFEE-5571EB8FD1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78941" y="1116179"/>
            <a:ext cx="7072741" cy="2377291"/>
          </a:xfrm>
        </p:spPr>
        <p:txBody>
          <a:bodyPr/>
          <a:lstStyle/>
          <a:p>
            <a:r>
              <a:rPr lang="en-US" sz="4000" b="1" dirty="0">
                <a:latin typeface="+mn-lt"/>
                <a:cs typeface="Arial Narrow" pitchFamily="34" charset="0"/>
              </a:rPr>
              <a:t>PROJECT FRAME</a:t>
            </a:r>
            <a:br>
              <a:rPr lang="en-US" sz="4000" b="1" dirty="0">
                <a:latin typeface="+mn-lt"/>
                <a:cs typeface="Arial Narrow" pitchFamily="34" charset="0"/>
              </a:rPr>
            </a:br>
            <a:r>
              <a:rPr lang="en-US" sz="2800" b="1" dirty="0">
                <a:latin typeface="+mn-lt"/>
                <a:cs typeface="Arial Narrow" pitchFamily="34" charset="0"/>
              </a:rPr>
              <a:t>Infra Timeline 05/2024  </a:t>
            </a:r>
            <a:r>
              <a:rPr lang="en-US" sz="2800" dirty="0"/>
              <a:t>+ Link </a:t>
            </a:r>
            <a:r>
              <a:rPr lang="en-US" sz="2800" dirty="0" err="1"/>
              <a:t>PowerBI</a:t>
            </a:r>
            <a:br>
              <a:rPr lang="en-US" dirty="0">
                <a:solidFill>
                  <a:prstClr val="white"/>
                </a:solidFill>
              </a:rPr>
            </a:br>
            <a:br>
              <a:rPr lang="en-US" dirty="0">
                <a:solidFill>
                  <a:prstClr val="white"/>
                </a:solidFill>
              </a:rPr>
            </a:br>
            <a:endParaRPr lang="en-US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F3E53BF-4A97-E9E8-7CDB-76C16FE8E0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640" y="2626445"/>
            <a:ext cx="2223521" cy="147429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F042FE5-C8BB-942D-D8B8-B9461BC922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552" y="310573"/>
            <a:ext cx="1835885" cy="121727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02FAFE7-3D87-D72C-E701-19840CAB741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142" y="3290494"/>
            <a:ext cx="2223519" cy="147429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75561299-1169-0F7D-35F2-D1D61CD65DB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680" y="2101849"/>
            <a:ext cx="3214885" cy="2377291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676993F5-8E34-00F5-D68E-0041D729027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647" y="4100736"/>
            <a:ext cx="1821533" cy="165172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26C484-45B9-0634-C313-6BBCBC8CC3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4259" y="4182375"/>
            <a:ext cx="1092980" cy="17441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924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052706-9518-4E20-8A55-167375CE4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Project FRAME: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72D304-4F52-498B-8752-8DCA27E8F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18" y="240857"/>
            <a:ext cx="5279188" cy="388800"/>
          </a:xfrm>
        </p:spPr>
        <p:txBody>
          <a:bodyPr/>
          <a:lstStyle/>
          <a:p>
            <a:r>
              <a:rPr lang="de-DE" dirty="0">
                <a:solidFill>
                  <a:srgbClr val="007BC0"/>
                </a:solidFill>
              </a:rPr>
              <a:t>Infrastructure Timeline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84C3F6F-289C-4AF8-8CA2-4E9857DEEBFC}"/>
              </a:ext>
            </a:extLst>
          </p:cNvPr>
          <p:cNvGrpSpPr/>
          <p:nvPr/>
        </p:nvGrpSpPr>
        <p:grpSpPr>
          <a:xfrm>
            <a:off x="10064849" y="0"/>
            <a:ext cx="904776" cy="886856"/>
            <a:chOff x="4899815" y="4277157"/>
            <a:chExt cx="1782407" cy="1747106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414C7183-5F04-4A1E-B9BA-7AF50CFE9098}"/>
                </a:ext>
              </a:extLst>
            </p:cNvPr>
            <p:cNvSpPr/>
            <p:nvPr userDrawn="1"/>
          </p:nvSpPr>
          <p:spPr>
            <a:xfrm>
              <a:off x="6338276" y="5312995"/>
              <a:ext cx="343946" cy="711268"/>
            </a:xfrm>
            <a:prstGeom prst="rect">
              <a:avLst/>
            </a:prstGeom>
            <a:solidFill>
              <a:srgbClr val="18837E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2BF699CC-BB5A-463A-9133-693A644788DA}"/>
                </a:ext>
              </a:extLst>
            </p:cNvPr>
            <p:cNvSpPr/>
            <p:nvPr userDrawn="1"/>
          </p:nvSpPr>
          <p:spPr>
            <a:xfrm>
              <a:off x="4899815" y="4277159"/>
              <a:ext cx="719231" cy="335983"/>
            </a:xfrm>
            <a:prstGeom prst="rect">
              <a:avLst/>
            </a:prstGeom>
            <a:solidFill>
              <a:srgbClr val="007BC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CBE23265-0734-42DF-A14B-8A7E516E5F6B}"/>
                </a:ext>
              </a:extLst>
            </p:cNvPr>
            <p:cNvSpPr/>
            <p:nvPr userDrawn="1"/>
          </p:nvSpPr>
          <p:spPr>
            <a:xfrm>
              <a:off x="6338276" y="4277157"/>
              <a:ext cx="343946" cy="335983"/>
            </a:xfrm>
            <a:prstGeom prst="rect">
              <a:avLst/>
            </a:prstGeom>
            <a:solidFill>
              <a:srgbClr val="C535BC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CC1D81E1-BF8E-4575-9D91-080BC96A5E3E}"/>
                </a:ext>
              </a:extLst>
            </p:cNvPr>
            <p:cNvSpPr/>
            <p:nvPr userDrawn="1"/>
          </p:nvSpPr>
          <p:spPr>
            <a:xfrm>
              <a:off x="5619046" y="4613141"/>
              <a:ext cx="719231" cy="711268"/>
            </a:xfrm>
            <a:prstGeom prst="rect">
              <a:avLst/>
            </a:prstGeom>
            <a:solidFill>
              <a:srgbClr val="9E2896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D62E8B5B-DC0E-4099-F9F1-DC8EBB016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921183"/>
              </p:ext>
            </p:extLst>
          </p:nvPr>
        </p:nvGraphicFramePr>
        <p:xfrm>
          <a:off x="106267" y="774000"/>
          <a:ext cx="10558801" cy="470848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33212">
                  <a:extLst>
                    <a:ext uri="{9D8B030D-6E8A-4147-A177-3AD203B41FA5}">
                      <a16:colId xmlns:a16="http://schemas.microsoft.com/office/drawing/2014/main" val="4204960902"/>
                    </a:ext>
                  </a:extLst>
                </a:gridCol>
                <a:gridCol w="616719">
                  <a:extLst>
                    <a:ext uri="{9D8B030D-6E8A-4147-A177-3AD203B41FA5}">
                      <a16:colId xmlns:a16="http://schemas.microsoft.com/office/drawing/2014/main" val="165409180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1826675539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1112735325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1366885469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3447743167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4269979076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89538381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740135835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1276280683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3499783198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1478408816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3497973380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1876288213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3990118629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623626417"/>
                    </a:ext>
                  </a:extLst>
                </a:gridCol>
                <a:gridCol w="472715">
                  <a:extLst>
                    <a:ext uri="{9D8B030D-6E8A-4147-A177-3AD203B41FA5}">
                      <a16:colId xmlns:a16="http://schemas.microsoft.com/office/drawing/2014/main" val="3626516832"/>
                    </a:ext>
                  </a:extLst>
                </a:gridCol>
                <a:gridCol w="591558">
                  <a:extLst>
                    <a:ext uri="{9D8B030D-6E8A-4147-A177-3AD203B41FA5}">
                      <a16:colId xmlns:a16="http://schemas.microsoft.com/office/drawing/2014/main" val="1678967436"/>
                    </a:ext>
                  </a:extLst>
                </a:gridCol>
                <a:gridCol w="434051">
                  <a:extLst>
                    <a:ext uri="{9D8B030D-6E8A-4147-A177-3AD203B41FA5}">
                      <a16:colId xmlns:a16="http://schemas.microsoft.com/office/drawing/2014/main" val="3192410254"/>
                    </a:ext>
                  </a:extLst>
                </a:gridCol>
                <a:gridCol w="392536">
                  <a:extLst>
                    <a:ext uri="{9D8B030D-6E8A-4147-A177-3AD203B41FA5}">
                      <a16:colId xmlns:a16="http://schemas.microsoft.com/office/drawing/2014/main" val="3327112314"/>
                    </a:ext>
                  </a:extLst>
                </a:gridCol>
              </a:tblGrid>
              <a:tr h="181091">
                <a:tc>
                  <a:txBody>
                    <a:bodyPr/>
                    <a:lstStyle/>
                    <a:p>
                      <a:pPr algn="l"/>
                      <a:endParaRPr lang="de-DE" sz="1200" dirty="0">
                        <a:solidFill>
                          <a:schemeClr val="bg1"/>
                        </a:solidFill>
                      </a:endParaRPr>
                    </a:p>
                  </a:txBody>
                  <a:tcPr marL="26320" marR="2632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200" cap="none" baseline="0" dirty="0">
                          <a:solidFill>
                            <a:schemeClr val="bg1"/>
                          </a:solidFill>
                        </a:rPr>
                        <a:t>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DE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DE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de-DE" sz="1200" cap="none" baseline="0" dirty="0">
                          <a:solidFill>
                            <a:schemeClr val="bg1"/>
                          </a:solidFill>
                        </a:rPr>
                        <a:t>2025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999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99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DE" sz="1200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999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e-DE" sz="1200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999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e-DE" sz="1200" cap="none" baseline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999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869271"/>
                  </a:ext>
                </a:extLst>
              </a:tr>
              <a:tr h="166468">
                <a:tc rowSpan="2">
                  <a:txBody>
                    <a:bodyPr/>
                    <a:lstStyle/>
                    <a:p>
                      <a:endParaRPr lang="de-DE" sz="900" dirty="0">
                        <a:solidFill>
                          <a:schemeClr val="bg1"/>
                        </a:solidFill>
                      </a:endParaRPr>
                    </a:p>
                  </a:txBody>
                  <a:tcPr marL="26320" marR="2632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33" rtl="0" eaLnBrk="1" latinLnBrk="0" hangingPunct="1"/>
                      <a:r>
                        <a:rPr lang="en-US" sz="9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JAN</a:t>
                      </a:r>
                      <a:endParaRPr lang="de-DE" sz="9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320" marR="2632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FEB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MAR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APR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MAY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JUN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JUL</a:t>
                      </a:r>
                      <a:endParaRPr lang="de-DE" sz="900" dirty="0">
                        <a:solidFill>
                          <a:schemeClr val="bg1"/>
                        </a:solidFill>
                      </a:endParaRP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AUG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SEP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OCT</a:t>
                      </a:r>
                      <a:endParaRPr lang="de-DE" sz="900" dirty="0">
                        <a:solidFill>
                          <a:schemeClr val="bg1"/>
                        </a:solidFill>
                      </a:endParaRP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NOV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DEC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JAN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FEB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MRZ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APR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MAY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JUN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900" dirty="0">
                          <a:solidFill>
                            <a:schemeClr val="bg1"/>
                          </a:solidFill>
                        </a:rPr>
                        <a:t>JUL</a:t>
                      </a:r>
                    </a:p>
                  </a:txBody>
                  <a:tcPr marL="26320" marR="2632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31775"/>
                  </a:ext>
                </a:extLst>
              </a:tr>
              <a:tr h="223200">
                <a:tc vMerge="1">
                  <a:txBody>
                    <a:bodyPr/>
                    <a:lstStyle/>
                    <a:p>
                      <a:endParaRPr lang="de-DE" sz="5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rgbClr val="999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5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724762"/>
                  </a:ext>
                </a:extLst>
              </a:tr>
              <a:tr h="588191">
                <a:tc>
                  <a:txBody>
                    <a:bodyPr/>
                    <a:lstStyle/>
                    <a:p>
                      <a:pPr marL="0" lvl="0" indent="-185703" algn="ctr"/>
                      <a:r>
                        <a:rPr lang="de-DE" sz="900" b="1" dirty="0"/>
                        <a:t>Major Milestones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482841"/>
                  </a:ext>
                </a:extLst>
              </a:tr>
              <a:tr h="477049">
                <a:tc>
                  <a:txBody>
                    <a:bodyPr/>
                    <a:lstStyle/>
                    <a:p>
                      <a:pPr marL="271463" lvl="1" indent="0"/>
                      <a:r>
                        <a:rPr lang="de-DE" sz="900" b="1" dirty="0" err="1"/>
                        <a:t>Preparation</a:t>
                      </a:r>
                      <a:endParaRPr lang="de-DE" sz="900" b="1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843611"/>
                  </a:ext>
                </a:extLst>
              </a:tr>
              <a:tr h="500725">
                <a:tc>
                  <a:txBody>
                    <a:bodyPr/>
                    <a:lstStyle/>
                    <a:p>
                      <a:pPr marL="271463" lvl="1" indent="0"/>
                      <a:r>
                        <a:rPr lang="de-DE" sz="900" b="1" dirty="0"/>
                        <a:t>LAN / WAN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851850"/>
                  </a:ext>
                </a:extLst>
              </a:tr>
              <a:tr h="841972">
                <a:tc>
                  <a:txBody>
                    <a:bodyPr/>
                    <a:lstStyle/>
                    <a:p>
                      <a:pPr marL="271463" lvl="1" indent="0"/>
                      <a:r>
                        <a:rPr lang="de-DE" sz="900" b="1" dirty="0"/>
                        <a:t>Server Services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006216"/>
                  </a:ext>
                </a:extLst>
              </a:tr>
              <a:tr h="1728000">
                <a:tc>
                  <a:txBody>
                    <a:bodyPr/>
                    <a:lstStyle/>
                    <a:p>
                      <a:pPr marL="271463" lvl="1" indent="0"/>
                      <a:r>
                        <a:rPr lang="de-DE" sz="900" b="1" dirty="0"/>
                        <a:t>Digital </a:t>
                      </a:r>
                      <a:r>
                        <a:rPr lang="de-DE" sz="900" b="1" dirty="0" err="1"/>
                        <a:t>Workplace</a:t>
                      </a:r>
                      <a:r>
                        <a:rPr lang="de-DE" sz="900" b="1" dirty="0"/>
                        <a:t>, </a:t>
                      </a:r>
                      <a:r>
                        <a:rPr lang="de-DE" sz="900" b="1" dirty="0" err="1"/>
                        <a:t>including</a:t>
                      </a:r>
                      <a:r>
                        <a:rPr lang="de-DE" sz="900" b="1" dirty="0"/>
                        <a:t> M365 + Azure + Telephony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F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65802" marB="36000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34664"/>
                  </a:ext>
                </a:extLst>
              </a:tr>
            </a:tbl>
          </a:graphicData>
        </a:graphic>
      </p:graphicFrame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5463B7A-49FE-DB4B-6F58-A5F63F81486B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 bwMode="gray">
          <a:xfrm>
            <a:off x="3870959" y="1183361"/>
            <a:ext cx="5603397" cy="216357"/>
          </a:xfrm>
          <a:prstGeom prst="rect">
            <a:avLst/>
          </a:prstGeom>
          <a:solidFill>
            <a:schemeClr val="accent1"/>
          </a:solidFill>
          <a:ln w="6350" algn="ctr">
            <a:solidFill>
              <a:schemeClr val="bg1">
                <a:lumMod val="75000"/>
              </a:schemeClr>
            </a:solidFill>
          </a:ln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3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Implementation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003ACE8-508C-E23D-7C87-3B2DE0D38C7D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gray">
          <a:xfrm>
            <a:off x="1805940" y="1183361"/>
            <a:ext cx="2065019" cy="216357"/>
          </a:xfrm>
          <a:prstGeom prst="rect">
            <a:avLst/>
          </a:prstGeom>
          <a:solidFill>
            <a:srgbClr val="9E2896"/>
          </a:solidFill>
          <a:ln w="6350" algn="ctr">
            <a:solidFill>
              <a:schemeClr val="bg1">
                <a:lumMod val="75000"/>
              </a:schemeClr>
            </a:solidFill>
          </a:ln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3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Preparation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36950BA6-DE55-10D4-A7AD-924973ACFC7F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9474357" y="1183361"/>
            <a:ext cx="721203" cy="216357"/>
          </a:xfrm>
          <a:prstGeom prst="rect">
            <a:avLst/>
          </a:prstGeom>
          <a:solidFill>
            <a:srgbClr val="9E2896"/>
          </a:solidFill>
          <a:ln w="6350" algn="ctr">
            <a:solidFill>
              <a:schemeClr val="bg1">
                <a:lumMod val="75000"/>
              </a:schemeClr>
            </a:solidFill>
          </a:ln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33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Stabilization</a:t>
            </a:r>
          </a:p>
        </p:txBody>
      </p:sp>
      <p:sp>
        <p:nvSpPr>
          <p:cNvPr id="54" name="Oval 61">
            <a:extLst>
              <a:ext uri="{FF2B5EF4-FFF2-40B4-BE49-F238E27FC236}">
                <a16:creationId xmlns:a16="http://schemas.microsoft.com/office/drawing/2014/main" id="{02FD48E7-B8A1-A048-551C-FA61620C9B9C}"/>
              </a:ext>
            </a:extLst>
          </p:cNvPr>
          <p:cNvSpPr/>
          <p:nvPr/>
        </p:nvSpPr>
        <p:spPr>
          <a:xfrm>
            <a:off x="169230" y="2579493"/>
            <a:ext cx="180000" cy="180000"/>
          </a:xfrm>
          <a:prstGeom prst="ellipse">
            <a:avLst/>
          </a:prstGeom>
          <a:solidFill>
            <a:srgbClr val="A80163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3" name="Oval 61">
            <a:extLst>
              <a:ext uri="{FF2B5EF4-FFF2-40B4-BE49-F238E27FC236}">
                <a16:creationId xmlns:a16="http://schemas.microsoft.com/office/drawing/2014/main" id="{B765992D-4F83-3F84-BE70-6B869C5ABC10}"/>
              </a:ext>
            </a:extLst>
          </p:cNvPr>
          <p:cNvSpPr/>
          <p:nvPr/>
        </p:nvSpPr>
        <p:spPr>
          <a:xfrm>
            <a:off x="169230" y="3246512"/>
            <a:ext cx="180000" cy="180000"/>
          </a:xfrm>
          <a:prstGeom prst="ellipse">
            <a:avLst/>
          </a:prstGeom>
          <a:solidFill>
            <a:srgbClr val="A80163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Oval 61">
            <a:extLst>
              <a:ext uri="{FF2B5EF4-FFF2-40B4-BE49-F238E27FC236}">
                <a16:creationId xmlns:a16="http://schemas.microsoft.com/office/drawing/2014/main" id="{42BB087E-98D2-D97C-8019-F4246505CB88}"/>
              </a:ext>
            </a:extLst>
          </p:cNvPr>
          <p:cNvSpPr/>
          <p:nvPr/>
        </p:nvSpPr>
        <p:spPr>
          <a:xfrm>
            <a:off x="169230" y="4384986"/>
            <a:ext cx="180000" cy="180000"/>
          </a:xfrm>
          <a:prstGeom prst="ellipse">
            <a:avLst/>
          </a:prstGeom>
          <a:solidFill>
            <a:srgbClr val="A80163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75">
            <a:extLst>
              <a:ext uri="{FF2B5EF4-FFF2-40B4-BE49-F238E27FC236}">
                <a16:creationId xmlns:a16="http://schemas.microsoft.com/office/drawing/2014/main" id="{E2458C6E-6F1A-98AF-5A7A-205372317452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4843130" y="2997595"/>
            <a:ext cx="2834911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Implementation of Server Infrastructure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79">
            <a:extLst>
              <a:ext uri="{FF2B5EF4-FFF2-40B4-BE49-F238E27FC236}">
                <a16:creationId xmlns:a16="http://schemas.microsoft.com/office/drawing/2014/main" id="{1F0903E0-AE40-F7D4-A100-D97764B9C324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5071000" y="2581177"/>
            <a:ext cx="909716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WAN Ordering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80">
            <a:extLst>
              <a:ext uri="{FF2B5EF4-FFF2-40B4-BE49-F238E27FC236}">
                <a16:creationId xmlns:a16="http://schemas.microsoft.com/office/drawing/2014/main" id="{4D6653F5-9BB4-0CEE-89FD-930559027D18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6096571" y="3249013"/>
            <a:ext cx="1581470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File Share Consolidation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E043AE63-49F4-06AB-8549-728E80D81E71}"/>
              </a:ext>
            </a:extLst>
          </p:cNvPr>
          <p:cNvGrpSpPr/>
          <p:nvPr/>
        </p:nvGrpSpPr>
        <p:grpSpPr>
          <a:xfrm>
            <a:off x="9206407" y="1826164"/>
            <a:ext cx="126000" cy="3713233"/>
            <a:chOff x="8780589" y="1909858"/>
            <a:chExt cx="126000" cy="3713233"/>
          </a:xfrm>
        </p:grpSpPr>
        <p:sp>
          <p:nvSpPr>
            <p:cNvPr id="69" name="Raute 194">
              <a:extLst>
                <a:ext uri="{FF2B5EF4-FFF2-40B4-BE49-F238E27FC236}">
                  <a16:creationId xmlns:a16="http://schemas.microsoft.com/office/drawing/2014/main" id="{7BD43F0F-6468-8A6D-FA7A-BBC6FC3C4285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 bwMode="gray">
            <a:xfrm>
              <a:off x="8780589" y="1909858"/>
              <a:ext cx="126000" cy="126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solidFill>
                <a:srgbClr val="3F136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rtlCol="0" anchor="ctr"/>
            <a:lstStyle/>
            <a:p>
              <a:pPr marL="9207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en-US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Go-Live M365 &amp; Public Telephony</a:t>
              </a:r>
              <a:endParaRPr lang="en-US" sz="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0" name="Gerader Verbinder 157">
              <a:extLst>
                <a:ext uri="{FF2B5EF4-FFF2-40B4-BE49-F238E27FC236}">
                  <a16:creationId xmlns:a16="http://schemas.microsoft.com/office/drawing/2014/main" id="{308BCB39-9BF3-CAF0-EF09-0DABB61A44B6}"/>
                </a:ext>
              </a:extLst>
            </p:cNvPr>
            <p:cNvCxnSpPr>
              <a:cxnSpLocks/>
              <a:stCxn id="69" idx="2"/>
            </p:cNvCxnSpPr>
            <p:nvPr>
              <p:custDataLst>
                <p:tags r:id="rId40"/>
              </p:custDataLst>
            </p:nvPr>
          </p:nvCxnSpPr>
          <p:spPr bwMode="auto">
            <a:xfrm>
              <a:off x="8843589" y="2035858"/>
              <a:ext cx="0" cy="3587233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lgDash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CE9CB141-3D5D-FE04-861D-8BA0A3FDF5A2}"/>
              </a:ext>
            </a:extLst>
          </p:cNvPr>
          <p:cNvGrpSpPr/>
          <p:nvPr/>
        </p:nvGrpSpPr>
        <p:grpSpPr>
          <a:xfrm>
            <a:off x="9411356" y="1634036"/>
            <a:ext cx="126000" cy="3914277"/>
            <a:chOff x="9121660" y="1717730"/>
            <a:chExt cx="126000" cy="3914277"/>
          </a:xfrm>
        </p:grpSpPr>
        <p:sp>
          <p:nvSpPr>
            <p:cNvPr id="72" name="Raute 194">
              <a:extLst>
                <a:ext uri="{FF2B5EF4-FFF2-40B4-BE49-F238E27FC236}">
                  <a16:creationId xmlns:a16="http://schemas.microsoft.com/office/drawing/2014/main" id="{190968CA-E278-5969-1C5D-16978889EAF8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 bwMode="gray">
            <a:xfrm>
              <a:off x="9121660" y="1717730"/>
              <a:ext cx="126000" cy="126000"/>
            </a:xfrm>
            <a:prstGeom prst="diamond">
              <a:avLst/>
            </a:prstGeom>
            <a:solidFill>
              <a:srgbClr val="C00000"/>
            </a:solidFill>
            <a:ln w="9525" cap="flat" cmpd="sng" algn="ctr">
              <a:solidFill>
                <a:srgbClr val="3F136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rtlCol="0" anchor="ctr"/>
            <a:lstStyle/>
            <a:p>
              <a:pPr marL="9207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8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Network Cut</a:t>
              </a:r>
            </a:p>
          </p:txBody>
        </p:sp>
        <p:cxnSp>
          <p:nvCxnSpPr>
            <p:cNvPr id="73" name="Gerader Verbinder 157">
              <a:extLst>
                <a:ext uri="{FF2B5EF4-FFF2-40B4-BE49-F238E27FC236}">
                  <a16:creationId xmlns:a16="http://schemas.microsoft.com/office/drawing/2014/main" id="{270B4451-7500-EB47-17BE-26B3A75F45BE}"/>
                </a:ext>
              </a:extLst>
            </p:cNvPr>
            <p:cNvCxnSpPr>
              <a:cxnSpLocks/>
              <a:stCxn id="72" idx="2"/>
            </p:cNvCxnSpPr>
            <p:nvPr>
              <p:custDataLst>
                <p:tags r:id="rId38"/>
              </p:custDataLst>
            </p:nvPr>
          </p:nvCxnSpPr>
          <p:spPr bwMode="auto">
            <a:xfrm>
              <a:off x="9184660" y="1843730"/>
              <a:ext cx="0" cy="3788277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lgDash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74" name="Raute 194">
            <a:extLst>
              <a:ext uri="{FF2B5EF4-FFF2-40B4-BE49-F238E27FC236}">
                <a16:creationId xmlns:a16="http://schemas.microsoft.com/office/drawing/2014/main" id="{47B5D589-69E1-3473-763F-638A94E741A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gray">
          <a:xfrm>
            <a:off x="6933121" y="1790316"/>
            <a:ext cx="126000" cy="126000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rgbClr val="3F136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marL="92075" algn="r" fontAlgn="auto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CWP &amp; M365 Build readiness     </a:t>
            </a:r>
          </a:p>
        </p:txBody>
      </p:sp>
      <p:sp>
        <p:nvSpPr>
          <p:cNvPr id="75" name="Rectangle 29">
            <a:extLst>
              <a:ext uri="{FF2B5EF4-FFF2-40B4-BE49-F238E27FC236}">
                <a16:creationId xmlns:a16="http://schemas.microsoft.com/office/drawing/2014/main" id="{040CFCA0-DAA5-40E6-7883-28895B91B65D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4897357" y="2184945"/>
            <a:ext cx="771810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Onboarding EDL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36">
            <a:extLst>
              <a:ext uri="{FF2B5EF4-FFF2-40B4-BE49-F238E27FC236}">
                <a16:creationId xmlns:a16="http://schemas.microsoft.com/office/drawing/2014/main" id="{EED72B10-4B94-EA6C-97D7-73790241917F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083935" y="2339476"/>
            <a:ext cx="2589969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Concept finalization + HW Ordering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44">
            <a:extLst>
              <a:ext uri="{FF2B5EF4-FFF2-40B4-BE49-F238E27FC236}">
                <a16:creationId xmlns:a16="http://schemas.microsoft.com/office/drawing/2014/main" id="{D3FB0E10-616B-7894-8C39-CA2FF7EF1B5E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6926570" y="2572709"/>
            <a:ext cx="2328899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 implementation</a:t>
            </a:r>
          </a:p>
        </p:txBody>
      </p:sp>
      <p:sp>
        <p:nvSpPr>
          <p:cNvPr id="78" name="Rectangle 49">
            <a:extLst>
              <a:ext uri="{FF2B5EF4-FFF2-40B4-BE49-F238E27FC236}">
                <a16:creationId xmlns:a16="http://schemas.microsoft.com/office/drawing/2014/main" id="{23023051-1476-2930-490C-D5CA5A9E67B5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018088" y="2810175"/>
            <a:ext cx="3446841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LAN and Wi-Fi implementation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79" name="Gerader Verbinder 157">
            <a:extLst>
              <a:ext uri="{FF2B5EF4-FFF2-40B4-BE49-F238E27FC236}">
                <a16:creationId xmlns:a16="http://schemas.microsoft.com/office/drawing/2014/main" id="{32408F46-ECDF-5FA6-A1B8-2E8078F0781A}"/>
              </a:ext>
            </a:extLst>
          </p:cNvPr>
          <p:cNvCxnSpPr>
            <a:cxnSpLocks/>
            <a:stCxn id="80" idx="0"/>
          </p:cNvCxnSpPr>
          <p:nvPr>
            <p:custDataLst>
              <p:tags r:id="rId12"/>
            </p:custDataLst>
          </p:nvPr>
        </p:nvCxnSpPr>
        <p:spPr bwMode="auto">
          <a:xfrm>
            <a:off x="6939500" y="1433367"/>
            <a:ext cx="0" cy="4103277"/>
          </a:xfrm>
          <a:prstGeom prst="line">
            <a:avLst/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0" name="Raute 194">
            <a:extLst>
              <a:ext uri="{FF2B5EF4-FFF2-40B4-BE49-F238E27FC236}">
                <a16:creationId xmlns:a16="http://schemas.microsoft.com/office/drawing/2014/main" id="{5C4134E5-B65C-DB6A-6C27-B6D6AD661856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gray">
          <a:xfrm>
            <a:off x="6876500" y="1433367"/>
            <a:ext cx="126000" cy="126000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rgbClr val="3F136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marL="92075" algn="r" fontAlgn="auto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Signing   </a:t>
            </a:r>
          </a:p>
        </p:txBody>
      </p:sp>
      <p:sp>
        <p:nvSpPr>
          <p:cNvPr id="81" name="Rectangle 54">
            <a:extLst>
              <a:ext uri="{FF2B5EF4-FFF2-40B4-BE49-F238E27FC236}">
                <a16:creationId xmlns:a16="http://schemas.microsoft.com/office/drawing/2014/main" id="{7F369EA5-D776-9EB8-1AE0-427CC24BD69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5540375" y="2579493"/>
            <a:ext cx="1870048" cy="108000"/>
          </a:xfrm>
          <a:prstGeom prst="rect">
            <a:avLst/>
          </a:prstGeom>
          <a:noFill/>
          <a:ln w="19050" cap="flat" cmpd="sng" algn="ctr">
            <a:solidFill>
              <a:srgbClr val="6F8DB9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2" name="Rectangle 56">
            <a:extLst>
              <a:ext uri="{FF2B5EF4-FFF2-40B4-BE49-F238E27FC236}">
                <a16:creationId xmlns:a16="http://schemas.microsoft.com/office/drawing/2014/main" id="{D5373A6F-E4BB-C2C7-B2D6-D138E5E00DC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8327106" y="1225987"/>
            <a:ext cx="1143587" cy="132446"/>
          </a:xfrm>
          <a:prstGeom prst="rect">
            <a:avLst/>
          </a:prstGeom>
          <a:solidFill>
            <a:srgbClr val="C00000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800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Frozen Zone</a:t>
            </a:r>
          </a:p>
        </p:txBody>
      </p:sp>
      <p:sp>
        <p:nvSpPr>
          <p:cNvPr id="83" name="Rectangle 76">
            <a:extLst>
              <a:ext uri="{FF2B5EF4-FFF2-40B4-BE49-F238E27FC236}">
                <a16:creationId xmlns:a16="http://schemas.microsoft.com/office/drawing/2014/main" id="{B6C8955A-D8A6-C52A-D53A-FB51186C5F05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6549111" y="3568577"/>
            <a:ext cx="2706360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Migration of Infrastructure Applications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869357F5-C763-9023-00F8-A1536A3B7EDB}"/>
              </a:ext>
            </a:extLst>
          </p:cNvPr>
          <p:cNvGrpSpPr/>
          <p:nvPr/>
        </p:nvGrpSpPr>
        <p:grpSpPr>
          <a:xfrm>
            <a:off x="9747099" y="1445036"/>
            <a:ext cx="126000" cy="4103277"/>
            <a:chOff x="9728993" y="1528730"/>
            <a:chExt cx="126000" cy="4103277"/>
          </a:xfrm>
        </p:grpSpPr>
        <p:cxnSp>
          <p:nvCxnSpPr>
            <p:cNvPr id="85" name="Gerader Verbinder 159">
              <a:extLst>
                <a:ext uri="{FF2B5EF4-FFF2-40B4-BE49-F238E27FC236}">
                  <a16:creationId xmlns:a16="http://schemas.microsoft.com/office/drawing/2014/main" id="{08743CDB-CA54-AE40-B2B6-5842CE41A87E}"/>
                </a:ext>
              </a:extLst>
            </p:cNvPr>
            <p:cNvCxnSpPr>
              <a:cxnSpLocks/>
            </p:cNvCxnSpPr>
            <p:nvPr>
              <p:custDataLst>
                <p:tags r:id="rId35"/>
              </p:custDataLst>
            </p:nvPr>
          </p:nvCxnSpPr>
          <p:spPr bwMode="auto">
            <a:xfrm>
              <a:off x="9791993" y="1654730"/>
              <a:ext cx="0" cy="3977277"/>
            </a:xfrm>
            <a:prstGeom prst="line">
              <a:avLst/>
            </a:prstGeom>
            <a:noFill/>
            <a:ln w="12700" cap="flat" cmpd="sng" algn="ctr">
              <a:solidFill>
                <a:schemeClr val="accent1">
                  <a:lumMod val="75000"/>
                </a:schemeClr>
              </a:solidFill>
              <a:prstDash val="lgDash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86" name="Raute 194">
              <a:extLst>
                <a:ext uri="{FF2B5EF4-FFF2-40B4-BE49-F238E27FC236}">
                  <a16:creationId xmlns:a16="http://schemas.microsoft.com/office/drawing/2014/main" id="{84AD32EB-E257-5DE0-5728-2018114641F5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 bwMode="gray">
            <a:xfrm>
              <a:off x="9728993" y="1528730"/>
              <a:ext cx="126000" cy="126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solidFill>
                <a:srgbClr val="3F136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rtlCol="0" anchor="ctr"/>
            <a:lstStyle/>
            <a:p>
              <a:pPr marL="92075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8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Closing</a:t>
              </a:r>
            </a:p>
          </p:txBody>
        </p:sp>
      </p:grpSp>
      <p:sp>
        <p:nvSpPr>
          <p:cNvPr id="87" name="Rectangle 27">
            <a:extLst>
              <a:ext uri="{FF2B5EF4-FFF2-40B4-BE49-F238E27FC236}">
                <a16:creationId xmlns:a16="http://schemas.microsoft.com/office/drawing/2014/main" id="{235F6E87-3A66-36C0-56DA-ECF24F77036A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7870825" y="5085255"/>
            <a:ext cx="839484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Client &amp; User </a:t>
            </a:r>
            <a:r>
              <a:rPr lang="en-US" alt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Mig.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ectangle 48">
            <a:extLst>
              <a:ext uri="{FF2B5EF4-FFF2-40B4-BE49-F238E27FC236}">
                <a16:creationId xmlns:a16="http://schemas.microsoft.com/office/drawing/2014/main" id="{E0C087F4-542A-82F2-307D-E119BD8F2B6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945314" y="4396123"/>
            <a:ext cx="2310157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User &amp; Group Sync to </a:t>
            </a:r>
            <a:r>
              <a:rPr lang="en-US" alt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Target Domain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Rectangle 55">
            <a:extLst>
              <a:ext uri="{FF2B5EF4-FFF2-40B4-BE49-F238E27FC236}">
                <a16:creationId xmlns:a16="http://schemas.microsoft.com/office/drawing/2014/main" id="{7670B694-8313-942E-F505-B13F0E91EEEB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8079199" y="4623536"/>
            <a:ext cx="917182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End to End Tests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Rectangle 63">
            <a:extLst>
              <a:ext uri="{FF2B5EF4-FFF2-40B4-BE49-F238E27FC236}">
                <a16:creationId xmlns:a16="http://schemas.microsoft.com/office/drawing/2014/main" id="{C7A29295-ECFE-5EBB-F9B8-7623DD6F00B4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711840" y="5085255"/>
            <a:ext cx="396000" cy="108000"/>
          </a:xfrm>
          <a:prstGeom prst="rect">
            <a:avLst/>
          </a:prstGeom>
          <a:noFill/>
          <a:ln w="19050" cap="flat" cmpd="sng" algn="ctr">
            <a:solidFill>
              <a:srgbClr val="6F8DB9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3" name="Rectangle 69">
            <a:extLst>
              <a:ext uri="{FF2B5EF4-FFF2-40B4-BE49-F238E27FC236}">
                <a16:creationId xmlns:a16="http://schemas.microsoft.com/office/drawing/2014/main" id="{41CD5C1A-6FDC-AC0F-E719-2E43380D9E08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18089" y="3965431"/>
            <a:ext cx="1846737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Build CWP &amp; M365 Env.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Rectangle 70">
            <a:extLst>
              <a:ext uri="{FF2B5EF4-FFF2-40B4-BE49-F238E27FC236}">
                <a16:creationId xmlns:a16="http://schemas.microsoft.com/office/drawing/2014/main" id="{09FAC31F-38ED-04CE-8E1B-B6319240F35A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6940550" y="4179978"/>
            <a:ext cx="2320122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Setup Public Telephony (Orange)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103">
            <a:extLst>
              <a:ext uri="{FF2B5EF4-FFF2-40B4-BE49-F238E27FC236}">
                <a16:creationId xmlns:a16="http://schemas.microsoft.com/office/drawing/2014/main" id="{6463960C-C560-D9B5-AA84-58186AF4A290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870824" y="4846582"/>
            <a:ext cx="1237015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M365 Data Sync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 113">
            <a:extLst>
              <a:ext uri="{FF2B5EF4-FFF2-40B4-BE49-F238E27FC236}">
                <a16:creationId xmlns:a16="http://schemas.microsoft.com/office/drawing/2014/main" id="{2611F98F-2B55-7EDF-7658-3D8A167E46E4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483780" y="3008718"/>
            <a:ext cx="299462" cy="781479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House-</a:t>
            </a:r>
            <a:b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keeping</a:t>
            </a:r>
          </a:p>
        </p:txBody>
      </p:sp>
      <p:sp>
        <p:nvSpPr>
          <p:cNvPr id="97" name="Rectangle 115">
            <a:extLst>
              <a:ext uri="{FF2B5EF4-FFF2-40B4-BE49-F238E27FC236}">
                <a16:creationId xmlns:a16="http://schemas.microsoft.com/office/drawing/2014/main" id="{79534073-FA41-D7D8-3F5F-49B8F90D1253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732029" y="3947201"/>
            <a:ext cx="463531" cy="556755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Clean-Up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EC6EA494-2E88-91BC-932A-B6AB723E0DB0}"/>
              </a:ext>
            </a:extLst>
          </p:cNvPr>
          <p:cNvGrpSpPr/>
          <p:nvPr/>
        </p:nvGrpSpPr>
        <p:grpSpPr>
          <a:xfrm>
            <a:off x="5801692" y="1634036"/>
            <a:ext cx="126000" cy="3892925"/>
            <a:chOff x="4916673" y="1717730"/>
            <a:chExt cx="126000" cy="3892925"/>
          </a:xfrm>
        </p:grpSpPr>
        <p:cxnSp>
          <p:nvCxnSpPr>
            <p:cNvPr id="99" name="Gerader Verbinder 157">
              <a:extLst>
                <a:ext uri="{FF2B5EF4-FFF2-40B4-BE49-F238E27FC236}">
                  <a16:creationId xmlns:a16="http://schemas.microsoft.com/office/drawing/2014/main" id="{2B469119-BEA7-C67D-3E2D-D48985B99DAE}"/>
                </a:ext>
              </a:extLst>
            </p:cNvPr>
            <p:cNvCxnSpPr>
              <a:cxnSpLocks/>
            </p:cNvCxnSpPr>
            <p:nvPr>
              <p:custDataLst>
                <p:tags r:id="rId33"/>
              </p:custDataLst>
            </p:nvPr>
          </p:nvCxnSpPr>
          <p:spPr bwMode="auto">
            <a:xfrm>
              <a:off x="4979673" y="1856849"/>
              <a:ext cx="0" cy="3753806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lgDash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00" name="Raute 194">
              <a:extLst>
                <a:ext uri="{FF2B5EF4-FFF2-40B4-BE49-F238E27FC236}">
                  <a16:creationId xmlns:a16="http://schemas.microsoft.com/office/drawing/2014/main" id="{71E02110-5C0E-B07F-65B4-90CA6A3137A6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 bwMode="gray">
            <a:xfrm>
              <a:off x="4916673" y="1717730"/>
              <a:ext cx="126000" cy="126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solidFill>
                <a:srgbClr val="3F136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rtlCol="0" anchor="ctr"/>
            <a:lstStyle/>
            <a:p>
              <a:pPr marL="92075" algn="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en-US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Go-Live Active Directory   </a:t>
              </a:r>
              <a:endParaRPr lang="en-US" sz="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511CAFAA-08A0-4E9E-0E3D-ECB8897694A4}"/>
              </a:ext>
            </a:extLst>
          </p:cNvPr>
          <p:cNvGrpSpPr/>
          <p:nvPr/>
        </p:nvGrpSpPr>
        <p:grpSpPr>
          <a:xfrm>
            <a:off x="7620327" y="1600148"/>
            <a:ext cx="126000" cy="3858648"/>
            <a:chOff x="7810339" y="1793212"/>
            <a:chExt cx="126000" cy="3858648"/>
          </a:xfrm>
        </p:grpSpPr>
        <p:cxnSp>
          <p:nvCxnSpPr>
            <p:cNvPr id="102" name="Gerader Verbinder 157">
              <a:extLst>
                <a:ext uri="{FF2B5EF4-FFF2-40B4-BE49-F238E27FC236}">
                  <a16:creationId xmlns:a16="http://schemas.microsoft.com/office/drawing/2014/main" id="{9700CE82-241F-9DAB-ACAB-1D52B24F1603}"/>
                </a:ext>
              </a:extLst>
            </p:cNvPr>
            <p:cNvCxnSpPr>
              <a:cxnSpLocks/>
            </p:cNvCxnSpPr>
            <p:nvPr>
              <p:custDataLst>
                <p:tags r:id="rId31"/>
              </p:custDataLst>
            </p:nvPr>
          </p:nvCxnSpPr>
          <p:spPr bwMode="auto">
            <a:xfrm>
              <a:off x="7873339" y="1814508"/>
              <a:ext cx="0" cy="3837352"/>
            </a:xfrm>
            <a:prstGeom prst="line">
              <a:avLst/>
            </a:prstGeom>
            <a:noFill/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lgDash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03" name="Raute 194">
              <a:extLst>
                <a:ext uri="{FF2B5EF4-FFF2-40B4-BE49-F238E27FC236}">
                  <a16:creationId xmlns:a16="http://schemas.microsoft.com/office/drawing/2014/main" id="{4857B415-6CA8-89B8-004A-EA73B118EA77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 bwMode="gray">
            <a:xfrm>
              <a:off x="7810339" y="1793212"/>
              <a:ext cx="126000" cy="126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solidFill>
                <a:srgbClr val="3F136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rtlCol="0" anchor="ctr"/>
            <a:lstStyle/>
            <a:p>
              <a:pPr marL="92075" algn="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Server Mig.   </a:t>
              </a:r>
            </a:p>
          </p:txBody>
        </p:sp>
      </p:grpSp>
      <p:sp>
        <p:nvSpPr>
          <p:cNvPr id="104" name="Raute 194">
            <a:extLst>
              <a:ext uri="{FF2B5EF4-FFF2-40B4-BE49-F238E27FC236}">
                <a16:creationId xmlns:a16="http://schemas.microsoft.com/office/drawing/2014/main" id="{E9F69385-6B4D-C764-0677-5F0911F7F9D9}"/>
              </a:ext>
            </a:extLst>
          </p:cNvPr>
          <p:cNvSpPr>
            <a:spLocks noChangeAspect="1"/>
          </p:cNvSpPr>
          <p:nvPr>
            <p:custDataLst>
              <p:tags r:id="rId26"/>
            </p:custDataLst>
          </p:nvPr>
        </p:nvSpPr>
        <p:spPr bwMode="gray">
          <a:xfrm>
            <a:off x="2182275" y="1508036"/>
            <a:ext cx="126000" cy="126000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rgbClr val="3F136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marL="92075" fontAlgn="auto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Kick-off</a:t>
            </a:r>
          </a:p>
        </p:txBody>
      </p:sp>
      <p:sp>
        <p:nvSpPr>
          <p:cNvPr id="105" name="Raute 194">
            <a:extLst>
              <a:ext uri="{FF2B5EF4-FFF2-40B4-BE49-F238E27FC236}">
                <a16:creationId xmlns:a16="http://schemas.microsoft.com/office/drawing/2014/main" id="{B9B290B5-1CC9-30C4-64BF-BB3316E9D03A}"/>
              </a:ext>
            </a:extLst>
          </p:cNvPr>
          <p:cNvSpPr>
            <a:spLocks noChangeAspect="1"/>
          </p:cNvSpPr>
          <p:nvPr>
            <p:custDataLst>
              <p:tags r:id="rId27"/>
            </p:custDataLst>
          </p:nvPr>
        </p:nvSpPr>
        <p:spPr bwMode="gray">
          <a:xfrm>
            <a:off x="2894949" y="1634036"/>
            <a:ext cx="126000" cy="126000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rgbClr val="3F136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marL="92075" fontAlgn="auto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Infrastructure </a:t>
            </a:r>
            <a:br>
              <a:rPr lang="en-US" sz="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Kick-off</a:t>
            </a:r>
          </a:p>
        </p:txBody>
      </p:sp>
      <p:sp>
        <p:nvSpPr>
          <p:cNvPr id="106" name="Rectangle 28">
            <a:extLst>
              <a:ext uri="{FF2B5EF4-FFF2-40B4-BE49-F238E27FC236}">
                <a16:creationId xmlns:a16="http://schemas.microsoft.com/office/drawing/2014/main" id="{2861DF54-1368-61A9-886A-34B058C1C62D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8731799" y="5230300"/>
            <a:ext cx="381512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VIP Mig.</a:t>
            </a:r>
          </a:p>
        </p:txBody>
      </p:sp>
      <p:sp>
        <p:nvSpPr>
          <p:cNvPr id="107" name="Rectangle 40">
            <a:extLst>
              <a:ext uri="{FF2B5EF4-FFF2-40B4-BE49-F238E27FC236}">
                <a16:creationId xmlns:a16="http://schemas.microsoft.com/office/drawing/2014/main" id="{4A8A6A9D-FE5C-0EB1-0F38-BEA81EB51567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9134276" y="5385767"/>
            <a:ext cx="128588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en-US" sz="800" kern="0" dirty="0">
                <a:solidFill>
                  <a:srgbClr val="6F8DB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M365 Cut-Over     </a:t>
            </a:r>
          </a:p>
        </p:txBody>
      </p:sp>
      <p:sp>
        <p:nvSpPr>
          <p:cNvPr id="108" name="Rectangle 36">
            <a:extLst>
              <a:ext uri="{FF2B5EF4-FFF2-40B4-BE49-F238E27FC236}">
                <a16:creationId xmlns:a16="http://schemas.microsoft.com/office/drawing/2014/main" id="{26947125-9988-D7FD-344F-DE4BCACBDB97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3196450" y="2027378"/>
            <a:ext cx="2323817" cy="108000"/>
          </a:xfrm>
          <a:prstGeom prst="rect">
            <a:avLst/>
          </a:prstGeom>
          <a:solidFill>
            <a:srgbClr val="6F8DB9"/>
          </a:solidFill>
          <a:ln w="19050" cap="flat" cmpd="sng" algn="ctr">
            <a:solidFill>
              <a:srgbClr val="6F8DB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Concept preparation &amp; site visits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Oval 61">
            <a:extLst>
              <a:ext uri="{FF2B5EF4-FFF2-40B4-BE49-F238E27FC236}">
                <a16:creationId xmlns:a16="http://schemas.microsoft.com/office/drawing/2014/main" id="{554FF8B6-B783-36AF-198B-4C1D78A81C47}"/>
              </a:ext>
            </a:extLst>
          </p:cNvPr>
          <p:cNvSpPr/>
          <p:nvPr/>
        </p:nvSpPr>
        <p:spPr>
          <a:xfrm>
            <a:off x="166582" y="2084971"/>
            <a:ext cx="180000" cy="180000"/>
          </a:xfrm>
          <a:prstGeom prst="ellipse">
            <a:avLst/>
          </a:prstGeom>
          <a:solidFill>
            <a:srgbClr val="A80163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368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052706-9518-4E20-8A55-167375CE4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Project FRAME: IT Infrastructure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72D304-4F52-498B-8752-8DCA27E8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7BC0"/>
                </a:solidFill>
              </a:rPr>
              <a:t>Infrastructure Master Data Source in </a:t>
            </a:r>
            <a:r>
              <a:rPr lang="en-AU" dirty="0" err="1">
                <a:solidFill>
                  <a:srgbClr val="007BC0"/>
                </a:solidFill>
              </a:rPr>
              <a:t>PowerBI</a:t>
            </a:r>
            <a:endParaRPr lang="en-AU" dirty="0">
              <a:solidFill>
                <a:srgbClr val="007BC0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516D9B-A3ED-4BB6-B124-20417F47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999FA6"/>
                </a:solidFill>
                <a:latin typeface="+mn-lt"/>
                <a:ea typeface="+mn-ea"/>
                <a:cs typeface="+mn-cs"/>
              </a:defRPr>
            </a:lvl1pPr>
            <a:lvl2pPr marL="411137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2pPr>
            <a:lvl3pPr marL="8222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3pPr>
            <a:lvl4pPr marL="123341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4pPr>
            <a:lvl5pPr marL="164454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5pPr>
            <a:lvl6pPr marL="2055686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6pPr>
            <a:lvl7pPr marL="2466823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7pPr>
            <a:lvl8pPr marL="2877960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8pPr>
            <a:lvl9pPr marL="3289097" algn="l" defTabSz="822275" rtl="0" eaLnBrk="1" latinLnBrk="0" hangingPunct="1">
              <a:defRPr kern="1200">
                <a:solidFill>
                  <a:schemeClr val="tx1"/>
                </a:solidFill>
                <a:latin typeface="Bosch Office Sans" pitchFamily="34" charset="0"/>
                <a:ea typeface="+mn-ea"/>
                <a:cs typeface="+mn-cs"/>
              </a:defRPr>
            </a:lvl9pPr>
          </a:lstStyle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84C3F6F-289C-4AF8-8CA2-4E9857DEEBFC}"/>
              </a:ext>
            </a:extLst>
          </p:cNvPr>
          <p:cNvGrpSpPr/>
          <p:nvPr/>
        </p:nvGrpSpPr>
        <p:grpSpPr>
          <a:xfrm>
            <a:off x="10064849" y="0"/>
            <a:ext cx="904776" cy="886856"/>
            <a:chOff x="4899815" y="4277157"/>
            <a:chExt cx="1782407" cy="1747106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414C7183-5F04-4A1E-B9BA-7AF50CFE9098}"/>
                </a:ext>
              </a:extLst>
            </p:cNvPr>
            <p:cNvSpPr/>
            <p:nvPr userDrawn="1"/>
          </p:nvSpPr>
          <p:spPr>
            <a:xfrm>
              <a:off x="6338276" y="5312995"/>
              <a:ext cx="343946" cy="711268"/>
            </a:xfrm>
            <a:prstGeom prst="rect">
              <a:avLst/>
            </a:prstGeom>
            <a:solidFill>
              <a:srgbClr val="18837E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2BF699CC-BB5A-463A-9133-693A644788DA}"/>
                </a:ext>
              </a:extLst>
            </p:cNvPr>
            <p:cNvSpPr/>
            <p:nvPr userDrawn="1"/>
          </p:nvSpPr>
          <p:spPr>
            <a:xfrm>
              <a:off x="4899815" y="4277159"/>
              <a:ext cx="719231" cy="335983"/>
            </a:xfrm>
            <a:prstGeom prst="rect">
              <a:avLst/>
            </a:prstGeom>
            <a:solidFill>
              <a:srgbClr val="007BC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CBE23265-0734-42DF-A14B-8A7E516E5F6B}"/>
                </a:ext>
              </a:extLst>
            </p:cNvPr>
            <p:cNvSpPr/>
            <p:nvPr userDrawn="1"/>
          </p:nvSpPr>
          <p:spPr>
            <a:xfrm>
              <a:off x="6338276" y="4277157"/>
              <a:ext cx="343946" cy="335983"/>
            </a:xfrm>
            <a:prstGeom prst="rect">
              <a:avLst/>
            </a:prstGeom>
            <a:solidFill>
              <a:srgbClr val="C535BC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CC1D81E1-BF8E-4575-9D91-080BC96A5E3E}"/>
                </a:ext>
              </a:extLst>
            </p:cNvPr>
            <p:cNvSpPr/>
            <p:nvPr userDrawn="1"/>
          </p:nvSpPr>
          <p:spPr>
            <a:xfrm>
              <a:off x="5619046" y="4613141"/>
              <a:ext cx="719231" cy="711268"/>
            </a:xfrm>
            <a:prstGeom prst="rect">
              <a:avLst/>
            </a:prstGeom>
            <a:solidFill>
              <a:srgbClr val="9E2896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pic>
        <p:nvPicPr>
          <p:cNvPr id="25" name="Grafik 24">
            <a:hlinkClick r:id="rId2"/>
            <a:extLst>
              <a:ext uri="{FF2B5EF4-FFF2-40B4-BE49-F238E27FC236}">
                <a16:creationId xmlns:a16="http://schemas.microsoft.com/office/drawing/2014/main" id="{EE02A94E-4D2A-1363-7998-554C30F601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871" y="2041560"/>
            <a:ext cx="2786909" cy="2087492"/>
          </a:xfrm>
          <a:prstGeom prst="rect">
            <a:avLst/>
          </a:prstGeom>
        </p:spPr>
      </p:pic>
      <p:sp>
        <p:nvSpPr>
          <p:cNvPr id="36" name="Textfeld 35">
            <a:extLst>
              <a:ext uri="{FF2B5EF4-FFF2-40B4-BE49-F238E27FC236}">
                <a16:creationId xmlns:a16="http://schemas.microsoft.com/office/drawing/2014/main" id="{48F9F78A-C41A-F25E-A752-7E0C6FDD6644}"/>
              </a:ext>
            </a:extLst>
          </p:cNvPr>
          <p:cNvSpPr txBox="1"/>
          <p:nvPr/>
        </p:nvSpPr>
        <p:spPr>
          <a:xfrm>
            <a:off x="6476989" y="242834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hlinkClick r:id="rId2"/>
              </a:rPr>
              <a:t>FRAME</a:t>
            </a:r>
            <a:b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hlinkClick r:id="rId2"/>
              </a:rPr>
            </a:b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hlinkClick r:id="rId2"/>
              </a:rPr>
              <a:t>IT Infrastructure</a:t>
            </a:r>
            <a:b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hlinkClick r:id="rId2"/>
              </a:rPr>
            </a:b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hlinkClick r:id="rId2"/>
              </a:rPr>
              <a:t>PowerBI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05405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TEMPLATEVERSION" val="2.0"/>
  <p:tag name="MLLANGUAGE" val="deu"/>
  <p:tag name="SAXCONVERSION" val="2"/>
  <p:tag name="THINKCELLPRESENTATIONDONOTDELETE" val="&lt;?xml version=&quot;1.0&quot; encoding=&quot;UTF-16&quot; standalone=&quot;yes&quot;?&gt;&lt;root reqver=&quot;28224&quot;&gt;&lt;version val=&quot;35028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3.24144100000000046080E+00&quot;&gt;&lt;m_msothmcolidx val=&quot;0&quot;/&gt;&lt;m_rgb r=&quot;00&quot; g=&quot;91&quot; b=&quot;DA&quot;/&gt;&lt;/elem&gt;&lt;elem m_fUsage=&quot;7.29000000000000092371E-01&quot;&gt;&lt;m_msothmcolidx val=&quot;0&quot;/&gt;&lt;m_rgb r=&quot;C5&quot; g=&quot;EA&quot; b=&quot;FF&quot;/&gt;&lt;/elem&gt;&lt;elem m_fUsage=&quot;6.56100000000000127542E-01&quot;&gt;&lt;m_msothmcolidx val=&quot;0&quot;/&gt;&lt;m_rgb r=&quot;D5&quot; g=&quot;D2&quot; b=&quot;E0&quot;/&gt;&lt;/elem&gt;&lt;elem m_fUsage=&quot;5.90490000000000181402E-01&quot;&gt;&lt;m_msothmcolidx val=&quot;0&quot;/&gt;&lt;m_rgb r=&quot;19&quot; g=&quot;A7&quot; b=&quot;FF&quot;/&gt;&lt;/elem&gt;&lt;elem m_fUsage=&quot;4.78296900000000135833E-01&quot;&gt;&lt;m_msothmcolidx val=&quot;0&quot;/&gt;&lt;m_rgb r=&quot;00&quot; g=&quot;33&quot; b=&quot;8D&quot;/&gt;&lt;/elem&gt;&lt;/m_vecMRU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.CHAPTER.CONTENT" val="Header of section"/>
  <p:tag name="FIELD.CHAPTER.VALUE" val="Header of section"/>
  <p:tag name="FIELDS.INITIALIZED" val="1"/>
  <p:tag name="ML_1" val="RB_Sh"/>
  <p:tag name="ML_2" val="Bosch2.mcr"/>
  <p:tag name="ML_LAYOUT_RESOURCE" val="BOSCH2_16_9.mcr"/>
  <p:tag name="SHAPESETGROUPCLASSNAME" val="ShapeSetGroup1"/>
  <p:tag name="SHAPESETCLASSNAME" val="ChapterTitle"/>
  <p:tag name="COLORSETGROUPCLASSNAME" val="ColorSetGroup4"/>
  <p:tag name="COLORSETCLASSNAME" val="ColorSet2"/>
  <p:tag name="FONTSETGROUPCLASSNAME" val="FontSetGroup1"/>
  <p:tag name="STYLESETGROUPCLASSNAME" val="StyleSetGroup1"/>
  <p:tag name="MAPNAME" val="Map1"/>
  <p:tag name="CFG.LAYOUT" val="BOSCH2"/>
  <p:tag name="MLI" val="1"/>
  <p:tag name="PICTURE 3_SHAPECLASSPROTECTIONTYPE" val="15"/>
  <p:tag name="PICTURE 4_SHAPECLASSPROTECTIONTYPE" val="15"/>
  <p:tag name="TITLE 2_SHAPECLASSPROTECTIONTYPE" val="3"/>
  <p:tag name="FIELD.REM_ANL.COMBOINDEX" val="-2"/>
  <p:tag name="FIELD.DPT.CONTENT" val="PA/BV"/>
  <p:tag name="FIELD.DPT.VALUE" val="PA/BV | "/>
  <p:tag name="FIELD.DPT.COMBOINDEX" val="-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mxHLgwToKgG84Myu8TM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SHAPESETGROUPCLASSNAME" val="ShapeSetGroup1"/>
  <p:tag name="SHAPESETCLASSNAME" val="ChapterTitle"/>
  <p:tag name="COLORSETGROUPCLASSNAME" val="ColorSetGroup4"/>
  <p:tag name="FONTSETGROUPCLASSNAME" val="FontSetGroup1"/>
  <p:tag name="SHAPECLASSFILE" val="BoschLogo2016.emf"/>
  <p:tag name="MLI" val="1"/>
  <p:tag name="SHAPECLASSNAME" val="LogoOnSlides"/>
  <p:tag name="SHAPECLASSPROTECTIONTYPE" val="1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SHAPESETGROUPCLASSNAME" val="ShapeSetGroup1"/>
  <p:tag name="SHAPESETCLASSNAME" val="ChapterTitle"/>
  <p:tag name="COLORSETGROUPCLASSNAME" val="ColorSetGroup4"/>
  <p:tag name="FONTSETGROUPCLASSNAME" val="FontSetGroup1"/>
  <p:tag name="SHAPECLASSFILE" val="Bosch-Symbol-Logotype-Supergraphic.png"/>
  <p:tag name="MLI" val="1"/>
  <p:tag name="SHAPECLASSNAME" val="ColorBarOnTitleSlides"/>
  <p:tag name="SHAPECLASSPROTECTIONTYPE" val="1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TrhYINsTRJCf9sO6UVv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TrhYINsTRJCf9sO6UVv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TrhYINsTRJCf9sO6UVv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9obCNZC3VK1veFpEP5R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eKiZXoia1ZGy3.WGKLN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9obCNZC3VK1veFpEP5R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9uTOtEuwEjelVdfAkqt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eKiZXoia1ZGy3.WGKLN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eKiZXoia1ZGy3.WGKLN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eKiZXoia1ZGy3.WGKLN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eKiZXoia1ZGy3.WGKLN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ZsyrJ0tNl1S5v3jANuy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9uTOtEuwEjelVdfAkqt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yUd9g70svmjASdoB5IZS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9obCNZC3VK1veFpEP5R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9obCNZC3VK1veFpEP5R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WTNeE5lt5zg_ZQCqG2s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WTNeE5lt5zg_ZQCqG2s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WTNeE5lt5zg_ZQCqG2s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yUd9g70svmjASdoB5IZS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WTNeE5lt5zg_ZQCqG2s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WTNeE5lt5zg_ZQCqG2s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WTNeE5lt5zg_ZQCqG2s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eKiZXoia1ZGy3.WGKLN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eKiZXoia1ZGy3.WGKLN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9uTOtEuwEjelVdfAkqt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9uTOtEuwEjelVdfAkqt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9obCNZC3VK1veFpEP5R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9obCNZC3VK1veFpEP5R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eKiZXoia1ZGy3.WGKLN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ZsyrJ0tNl1S5v3jANuy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9uTOtEuwEjelVdfAkqt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ZsyrJ0tNl1S5v3jANuy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9uTOtEuwEjelVdfAkqt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czjk2NO64qgb.XHUvhq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9uTOtEuwEjelVdfAkqt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9uTOtEuwEjelVdfAkqt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ZsyrJ0tNl1S5v3jANuy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9uTOtEuwEjelVdfAkqt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ZsyrJ0tNl1S5v3jANuyg"/>
</p:tagLst>
</file>

<file path=ppt/theme/theme1.xml><?xml version="1.0" encoding="utf-8"?>
<a:theme xmlns:a="http://schemas.openxmlformats.org/drawingml/2006/main" name="3_Bosch 2022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52924039-0E61-4818-99E1-D362E68D7D91}" vid="{B6C1A3BA-AF47-4731-9FD9-D2E65E1AD31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BD/MIP</OrgInhalt>
      <Wert>BD/MIP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</OrgInhalt>
      <Wert>Streng vertraulich</Wert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2023. Alle Rechte vorbehalten, auch bzgl. jeder Verfügung, Verwertung, Reproduktion, Bearbeitung, Weitergabe sowie für den Fall von Schutzrechtsanmeldungen.</OrgInhalt>
      <Wert>© Robert Bosch GmbH 2023.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02.08.2023</OrgInhalt>
      <Wert>17.08.2023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SC xmlns="13599033-6f0d-4714-96f3-6456179b09aa">1</CSC>
    <Conversation-Topic xmlns="bca0bc44-19d1-4824-98a4-321de56310bf" xsi:nil="true"/>
    <ASC xmlns="13599033-6f0d-4714-96f3-6456179b09aa">1</ASC>
    <Received xmlns="bca0bc44-19d1-4824-98a4-321de56310bf" xsi:nil="true"/>
    <Importance xmlns="bca0bc44-19d1-4824-98a4-321de56310bf" xsi:nil="true"/>
    <Historicalrelevance xmlns="13599033-6f0d-4714-96f3-6456179b09aa">No</Historicalrelevance>
    <Conversation-Index xmlns="bca0bc44-19d1-4824-98a4-321de56310bf" xsi:nil="true"/>
    <Bcc xmlns="bca0bc44-19d1-4824-98a4-321de56310bf" xsi:nil="true"/>
    <Sensitivity xmlns="bca0bc44-19d1-4824-98a4-321de56310bf" xsi:nil="true"/>
    <IconOverlay xmlns="http://schemas.microsoft.com/sharepoint/v4" xsi:nil="true"/>
    <To xmlns="bca0bc44-19d1-4824-98a4-321de56310bf" xsi:nil="true"/>
    <Reply-To xmlns="bca0bc44-19d1-4824-98a4-321de56310bf" xsi:nil="true"/>
    <In-Reply-To xmlns="bca0bc44-19d1-4824-98a4-321de56310bf" xsi:nil="true"/>
    <MailPreviewData xmlns="bca0bc44-19d1-4824-98a4-321de56310bf" xsi:nil="true"/>
    <ArchivingPeriod xmlns="13599033-6f0d-4714-96f3-6456179b09aa">10</ArchivingPeriod>
    <Safeguarding xmlns="13599033-6f0d-4714-96f3-6456179b09aa">No</Safeguarding>
    <ISC xmlns="13599033-6f0d-4714-96f3-6456179b09aa">1</ISC>
    <Date1 xmlns="bca0bc44-19d1-4824-98a4-321de56310bf" xsi:nil="true"/>
    <Attachment xmlns="bca0bc44-19d1-4824-98a4-321de56310bf">true</Attachment>
    <References xmlns="bca0bc44-19d1-4824-98a4-321de56310bf" xsi:nil="true"/>
    <Cc xmlns="bca0bc44-19d1-4824-98a4-321de56310bf" xsi:nil="true"/>
    <Message-ID xmlns="bca0bc44-19d1-4824-98a4-321de56310bf" xsi:nil="true"/>
    <OriginalSubject xmlns="bca0bc44-19d1-4824-98a4-321de56310bf" xsi:nil="true"/>
    <MessageClass xmlns="13599033-6f0d-4714-96f3-6456179b09aa" xsi:nil="true"/>
    <From1 xmlns="bca0bc44-19d1-4824-98a4-321de56310bf" xsi:nil="true"/>
    <Revisions xmlns="13599033-6f0d-4714-96f3-6456179b09aa">
      <Url xsi:nil="true"/>
      <Description xsi:nil="true"/>
    </Revisions>
    <LockedStatus xmlns="13599033-6f0d-4714-96f3-6456179b09aa">Unlocked</LockedStatus>
    <_dlc_DocId xmlns="13599033-6f0d-4714-96f3-6456179b09aa">P12E184349-287925601-1770</_dlc_DocId>
    <_dlc_DocIdUrl xmlns="13599033-6f0d-4714-96f3-6456179b09aa">
      <Url>https://sites.share2.bosch.com/sites/184349/_layouts/15/DocIdRedir.aspx?ID=P12E184349-287925601-1770</Url>
      <Description>P12E184349-287925601-1770</Description>
    </_dlc_DocIdUrl>
    <ILMItemType xmlns="13599033-6f0d-4714-96f3-6456179b09aa">ConceptualItem</ILMItemType>
    <LockedBy xmlns="13599033-6f0d-4714-96f3-6456179b09aa">
      <UserInfo>
        <DisplayName/>
        <AccountId xsi:nil="true"/>
        <AccountType/>
      </UserInfo>
    </LockedBy>
    <ILMCreationRevision xmlns="13599033-6f0d-4714-96f3-6456179b09aa">false</ILMCreationRevision>
    <IlmBasedOn xmlns="13599033-6f0d-4714-96f3-6456179b09a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ILMBoschDocument" ma:contentTypeID="0x01010059A3EC2652D2EF4B940822B3A084D8A901004744291EC9D87A41BAF1C31438746781" ma:contentTypeVersion="9" ma:contentTypeDescription="Bosch Document Content Type for ILM" ma:contentTypeScope="" ma:versionID="18a562f22e5690ed5b0ec82d7d19e95c">
  <xsd:schema xmlns:xsd="http://www.w3.org/2001/XMLSchema" xmlns:xs="http://www.w3.org/2001/XMLSchema" xmlns:p="http://schemas.microsoft.com/office/2006/metadata/properties" xmlns:ns2="13599033-6f0d-4714-96f3-6456179b09aa" xmlns:ns3="bca0bc44-19d1-4824-98a4-321de56310bf" xmlns:ns4="http://schemas.microsoft.com/sharepoint/v4" targetNamespace="http://schemas.microsoft.com/office/2006/metadata/properties" ma:root="true" ma:fieldsID="d036ec3d967f42c375a7881614a5f093" ns2:_="" ns3:_="" ns4:_="">
    <xsd:import namespace="13599033-6f0d-4714-96f3-6456179b09aa"/>
    <xsd:import namespace="bca0bc44-19d1-4824-98a4-321de56310b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CSC"/>
                <xsd:element ref="ns2:ASC"/>
                <xsd:element ref="ns2:ISC"/>
                <xsd:element ref="ns2:ArchivingPeriod"/>
                <xsd:element ref="ns2:Safeguarding"/>
                <xsd:element ref="ns2:Historicalrelevance"/>
                <xsd:element ref="ns3:OriginalSubject" minOccurs="0"/>
                <xsd:element ref="ns3:From1" minOccurs="0"/>
                <xsd:element ref="ns3:Cc" minOccurs="0"/>
                <xsd:element ref="ns3:Bcc" minOccurs="0"/>
                <xsd:element ref="ns3:Conversation-Topic" minOccurs="0"/>
                <xsd:element ref="ns3:Date1" minOccurs="0"/>
                <xsd:element ref="ns3:Reply-To" minOccurs="0"/>
                <xsd:element ref="ns3:To" minOccurs="0"/>
                <xsd:element ref="ns3:Received" minOccurs="0"/>
                <xsd:element ref="ns3:Attachment" minOccurs="0"/>
                <xsd:element ref="ns3:Sensitivity" minOccurs="0"/>
                <xsd:element ref="ns3:Importance" minOccurs="0"/>
                <xsd:element ref="ns3:In-Reply-To" minOccurs="0"/>
                <xsd:element ref="ns3:References" minOccurs="0"/>
                <xsd:element ref="ns3:Conversation-Index" minOccurs="0"/>
                <xsd:element ref="ns3:MailPreviewData" minOccurs="0"/>
                <xsd:element ref="ns2:MessageClass" minOccurs="0"/>
                <xsd:element ref="ns3:Message-ID" minOccurs="0"/>
                <xsd:element ref="ns2:IlmBasedOn" minOccurs="0"/>
                <xsd:element ref="ns2:LockedStatus" minOccurs="0"/>
                <xsd:element ref="ns2:LockedBy" minOccurs="0"/>
                <xsd:element ref="ns2:ILMItemType" minOccurs="0"/>
                <xsd:element ref="ns2:ILMCreationRevision" minOccurs="0"/>
                <xsd:element ref="ns2:Revisions" minOccurs="0"/>
                <xsd:element ref="ns2:SharedWithUsers" minOccurs="0"/>
                <xsd:element ref="ns2:SharedWithDetails" minOccurs="0"/>
                <xsd:element ref="ns4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99033-6f0d-4714-96f3-6456179b09a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CSC" ma:index="11" ma:displayName="C-SC" ma:default="1" ma:description="Security Class for Confidentiality." ma:format="Dropdown" ma:indexed="true" ma:internalName="C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SC" ma:index="12" ma:displayName="A-SC" ma:default="1" ma:description="Security Class for Availability" ma:format="Dropdown" ma:indexed="true" ma:internalName="A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ISC" ma:index="13" ma:displayName="I-SC" ma:default="1" ma:description="Security Class for Integrity" ma:format="Dropdown" ma:internalName="I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rchivingPeriod" ma:index="14" ma:displayName="Archiving Period (in years)" ma:default="10" ma:description="File will be deleted from the archive after end of the archiving" ma:format="Dropdown" ma:indexed="true" ma:internalName="ArchivingPeriod" ma:readOnly="false">
      <xsd:simpleType>
        <xsd:union memberTypes="dms:Text">
          <xsd:simpleType>
            <xsd:restriction base="dms:Choice">
              <xsd:enumeration value="1"/>
              <xsd:enumeration value="3"/>
              <xsd:enumeration value="6"/>
              <xsd:enumeration value="10"/>
              <xsd:enumeration value="15"/>
              <xsd:enumeration value="35"/>
              <xsd:enumeration value="Delete when archiving"/>
              <xsd:enumeration value="infinite"/>
            </xsd:restriction>
          </xsd:simpleType>
        </xsd:union>
      </xsd:simpleType>
    </xsd:element>
    <xsd:element name="Safeguarding" ma:index="15" ma:displayName="Safeguarding" ma:default="No" ma:description="Special safeguarding requirements" ma:format="Dropdown" ma:internalName="Safeguarding" ma:readOnly="false">
      <xsd:simpleType>
        <xsd:restriction base="dms:Choice">
          <xsd:enumeration value="Yes"/>
          <xsd:enumeration value="No"/>
        </xsd:restriction>
      </xsd:simpleType>
    </xsd:element>
    <xsd:element name="Historicalrelevance" ma:index="16" ma:displayName="Historical relevance" ma:default="No" ma:description="Handover to C/CCH" ma:format="Dropdown" ma:internalName="Historicalrelevance" ma:readOnly="false">
      <xsd:simpleType>
        <xsd:restriction base="dms:Choice">
          <xsd:enumeration value="Yes"/>
          <xsd:enumeration value="No"/>
        </xsd:restriction>
      </xsd:simpleType>
    </xsd:element>
    <xsd:element name="MessageClass" ma:index="33" nillable="true" ma:displayName="MessageClass" ma:hidden="true" ma:internalName="MessageClass">
      <xsd:simpleType>
        <xsd:restriction base="dms:Text">
          <xsd:maxLength value="255"/>
        </xsd:restriction>
      </xsd:simpleType>
    </xsd:element>
    <xsd:element name="IlmBasedOn" ma:index="35" nillable="true" ma:displayName="Based on" ma:internalName="IlmBasedOn" ma:readOnly="true">
      <xsd:simpleType>
        <xsd:restriction base="dms:Text"/>
      </xsd:simpleType>
    </xsd:element>
    <xsd:element name="LockedStatus" ma:index="36" nillable="true" ma:displayName="Locked Status" ma:default="Unlocked" ma:internalName="LockedStatus" ma:readOnly="true">
      <xsd:simpleType>
        <xsd:restriction base="dms:Text"/>
      </xsd:simpleType>
    </xsd:element>
    <xsd:element name="LockedBy" ma:index="37" nillable="true" ma:displayName="Locked By" ma:internalName="Locked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LMItemType" ma:index="38" nillable="true" ma:displayName="ILMItemType" ma:default="ConceptualItem" ma:indexed="true" ma:internalName="ILMItemType" ma:readOnly="true">
      <xsd:simpleType>
        <xsd:restriction base="dms:Text"/>
      </xsd:simpleType>
    </xsd:element>
    <xsd:element name="ILMCreationRevision" ma:index="39" nillable="true" ma:displayName="Creating Revision" ma:internalName="ILMCreationRevision" ma:readOnly="true">
      <xsd:simpleType>
        <xsd:restriction base="dms:Boolean"/>
      </xsd:simpleType>
    </xsd:element>
    <xsd:element name="Revisions" ma:index="40" nillable="true" ma:displayName="Revision set" ma:internalName="Revision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haredWithUsers" ma:index="4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0bc44-19d1-4824-98a4-321de56310bf" elementFormDefault="qualified">
    <xsd:import namespace="http://schemas.microsoft.com/office/2006/documentManagement/types"/>
    <xsd:import namespace="http://schemas.microsoft.com/office/infopath/2007/PartnerControls"/>
    <xsd:element name="OriginalSubject" ma:index="17" nillable="true" ma:displayName="OriginalSubject" ma:internalName="OriginalSubject">
      <xsd:simpleType>
        <xsd:restriction base="dms:Text">
          <xsd:maxLength value="255"/>
        </xsd:restriction>
      </xsd:simpleType>
    </xsd:element>
    <xsd:element name="From1" ma:index="18" nillable="true" ma:displayName="From" ma:internalName="From1">
      <xsd:simpleType>
        <xsd:restriction base="dms:Text">
          <xsd:maxLength value="255"/>
        </xsd:restriction>
      </xsd:simpleType>
    </xsd:element>
    <xsd:element name="Cc" ma:index="19" nillable="true" ma:displayName="Cc" ma:internalName="Cc">
      <xsd:simpleType>
        <xsd:restriction base="dms:Note">
          <xsd:maxLength value="255"/>
        </xsd:restriction>
      </xsd:simpleType>
    </xsd:element>
    <xsd:element name="Bcc" ma:index="20" nillable="true" ma:displayName="Bcc" ma:internalName="Bcc">
      <xsd:simpleType>
        <xsd:restriction base="dms:Note">
          <xsd:maxLength value="255"/>
        </xsd:restriction>
      </xsd:simpleType>
    </xsd:element>
    <xsd:element name="Conversation-Topic" ma:index="21" nillable="true" ma:displayName="Conversation-Topic" ma:internalName="Conversation_x002d_Topic">
      <xsd:simpleType>
        <xsd:restriction base="dms:Text">
          <xsd:maxLength value="255"/>
        </xsd:restriction>
      </xsd:simpleType>
    </xsd:element>
    <xsd:element name="Date1" ma:index="22" nillable="true" ma:displayName="Date" ma:format="DateOnly" ma:internalName="Date1">
      <xsd:simpleType>
        <xsd:restriction base="dms:DateTime"/>
      </xsd:simpleType>
    </xsd:element>
    <xsd:element name="Reply-To" ma:index="23" nillable="true" ma:displayName="Reply-To" ma:internalName="Reply_x002d_To">
      <xsd:simpleType>
        <xsd:restriction base="dms:Text">
          <xsd:maxLength value="255"/>
        </xsd:restriction>
      </xsd:simpleType>
    </xsd:element>
    <xsd:element name="To" ma:index="24" nillable="true" ma:displayName="To" ma:internalName="To">
      <xsd:simpleType>
        <xsd:restriction base="dms:Note">
          <xsd:maxLength value="255"/>
        </xsd:restriction>
      </xsd:simpleType>
    </xsd:element>
    <xsd:element name="Received" ma:index="25" nillable="true" ma:displayName="Received" ma:internalName="Received">
      <xsd:simpleType>
        <xsd:restriction base="dms:Text">
          <xsd:maxLength value="255"/>
        </xsd:restriction>
      </xsd:simpleType>
    </xsd:element>
    <xsd:element name="Attachment" ma:index="26" nillable="true" ma:displayName="Attachment" ma:default="1" ma:internalName="Attachment">
      <xsd:simpleType>
        <xsd:restriction base="dms:Boolean"/>
      </xsd:simpleType>
    </xsd:element>
    <xsd:element name="Sensitivity" ma:index="27" nillable="true" ma:displayName="Sensitivity" ma:internalName="Sensitivity">
      <xsd:simpleType>
        <xsd:restriction base="dms:Text">
          <xsd:maxLength value="255"/>
        </xsd:restriction>
      </xsd:simpleType>
    </xsd:element>
    <xsd:element name="Importance" ma:index="28" nillable="true" ma:displayName="Importance" ma:internalName="Importance">
      <xsd:simpleType>
        <xsd:restriction base="dms:Text">
          <xsd:maxLength value="255"/>
        </xsd:restriction>
      </xsd:simpleType>
    </xsd:element>
    <xsd:element name="In-Reply-To" ma:index="29" nillable="true" ma:displayName="In-Reply-To" ma:internalName="In_x002d_Reply_x002d_To">
      <xsd:simpleType>
        <xsd:restriction base="dms:Text">
          <xsd:maxLength value="255"/>
        </xsd:restriction>
      </xsd:simpleType>
    </xsd:element>
    <xsd:element name="References" ma:index="30" nillable="true" ma:displayName="References" ma:internalName="References">
      <xsd:simpleType>
        <xsd:restriction base="dms:Text">
          <xsd:maxLength value="255"/>
        </xsd:restriction>
      </xsd:simpleType>
    </xsd:element>
    <xsd:element name="Conversation-Index" ma:index="31" nillable="true" ma:displayName="Conversation-Index" ma:hidden="true" ma:internalName="Conversation_x002d_Index">
      <xsd:simpleType>
        <xsd:restriction base="dms:Text">
          <xsd:maxLength value="255"/>
        </xsd:restriction>
      </xsd:simpleType>
    </xsd:element>
    <xsd:element name="MailPreviewData" ma:index="32" nillable="true" ma:displayName="MailPreviewData" ma:hidden="true" ma:internalName="MailPreviewData">
      <xsd:simpleType>
        <xsd:restriction base="dms:Note"/>
      </xsd:simpleType>
    </xsd:element>
    <xsd:element name="Message-ID" ma:index="34" nillable="true" ma:displayName="Message-ID" ma:hidden="true" ma:internalName="Message_x002d_I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43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6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5182BCCA-493F-48F6-B9F1-79324838544C}">
  <ds:schemaRefs/>
</ds:datastoreItem>
</file>

<file path=customXml/itemProps2.xml><?xml version="1.0" encoding="utf-8"?>
<ds:datastoreItem xmlns:ds="http://schemas.openxmlformats.org/officeDocument/2006/customXml" ds:itemID="{F64135AB-FCC7-41CD-8327-8E746AD81FB9}">
  <ds:schemaRefs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sharepoint/v4"/>
    <ds:schemaRef ds:uri="bca0bc44-19d1-4824-98a4-321de56310bf"/>
    <ds:schemaRef ds:uri="13599033-6f0d-4714-96f3-6456179b09aa"/>
  </ds:schemaRefs>
</ds:datastoreItem>
</file>

<file path=customXml/itemProps3.xml><?xml version="1.0" encoding="utf-8"?>
<ds:datastoreItem xmlns:ds="http://schemas.openxmlformats.org/officeDocument/2006/customXml" ds:itemID="{6CFABFDE-4E91-4235-A222-1FC29775A5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99033-6f0d-4714-96f3-6456179b09aa"/>
    <ds:schemaRef ds:uri="bca0bc44-19d1-4824-98a4-321de56310bf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03D482BE-9CA2-4D20-BF77-C73F0F5E9EA9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D0252559-44F8-474C-B66D-E357B88E32C2}">
  <ds:schemaRefs/>
</ds:datastoreItem>
</file>

<file path=customXml/itemProps6.xml><?xml version="1.0" encoding="utf-8"?>
<ds:datastoreItem xmlns:ds="http://schemas.openxmlformats.org/officeDocument/2006/customXml" ds:itemID="{20072707-10A4-4B81-ACEA-C04652FE7B4E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179</Words>
  <Application>Microsoft Office PowerPoint</Application>
  <PresentationFormat>Benutzerdefiniert</PresentationFormat>
  <Paragraphs>71</Paragraphs>
  <Slides>3</Slides>
  <Notes>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1" baseType="lpstr">
      <vt:lpstr>Arial</vt:lpstr>
      <vt:lpstr>Bosch Office Sans</vt:lpstr>
      <vt:lpstr>Calibri</vt:lpstr>
      <vt:lpstr>Symbol</vt:lpstr>
      <vt:lpstr>Wingdings</vt:lpstr>
      <vt:lpstr>Wingdings 3</vt:lpstr>
      <vt:lpstr>3_Bosch 2022</vt:lpstr>
      <vt:lpstr>think-cell Slide</vt:lpstr>
      <vt:lpstr>PowerPoint-Präsentation</vt:lpstr>
      <vt:lpstr>Infrastructure Timeline</vt:lpstr>
      <vt:lpstr>Infrastructure Master Data Source in PowerBI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 – Project Charter IT</dc:title>
  <dc:creator>Buettner Thomas (BD/MIP)</dc:creator>
  <cp:lastModifiedBy>Schneider Christian (BD/MIL-PSM1)</cp:lastModifiedBy>
  <cp:revision>38</cp:revision>
  <cp:lastPrinted>2024-01-16T12:25:56Z</cp:lastPrinted>
  <dcterms:created xsi:type="dcterms:W3CDTF">2023-08-02T12:58:56Z</dcterms:created>
  <dcterms:modified xsi:type="dcterms:W3CDTF">2024-10-29T15:33:09Z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  <property fmtid="{D5CDD505-2E9C-101B-9397-08002B2CF9AE}" pid="8" name="ContentTypeId">
    <vt:lpwstr>0x01010059A3EC2652D2EF4B940822B3A084D8A901004744291EC9D87A41BAF1C31438746781</vt:lpwstr>
  </property>
  <property fmtid="{D5CDD505-2E9C-101B-9397-08002B2CF9AE}" pid="9" name="MediaServiceImageTags">
    <vt:lpwstr/>
  </property>
  <property fmtid="{D5CDD505-2E9C-101B-9397-08002B2CF9AE}" pid="10" name="ecm_ItemDeleteBlockHolders">
    <vt:lpwstr/>
  </property>
  <property fmtid="{D5CDD505-2E9C-101B-9397-08002B2CF9AE}" pid="11" name="ecm_RecordRestrictions">
    <vt:lpwstr/>
  </property>
  <property fmtid="{D5CDD505-2E9C-101B-9397-08002B2CF9AE}" pid="12" name="ecm_ItemLockHolders">
    <vt:lpwstr/>
  </property>
  <property fmtid="{D5CDD505-2E9C-101B-9397-08002B2CF9AE}" pid="13" name="_vti_ItemHoldRecordStatus">
    <vt:lpwstr/>
  </property>
  <property fmtid="{D5CDD505-2E9C-101B-9397-08002B2CF9AE}" pid="14" name="_vti_ItemDeclaredRecord">
    <vt:lpwstr/>
  </property>
  <property fmtid="{D5CDD505-2E9C-101B-9397-08002B2CF9AE}" pid="15" name="_dlc_DocIdItemGuid">
    <vt:lpwstr>bf984e86-36c3-4295-986f-ec5098e172d1</vt:lpwstr>
  </property>
  <property fmtid="{D5CDD505-2E9C-101B-9397-08002B2CF9AE}" pid="16" name="ILMRevision">
    <vt:lpwstr/>
  </property>
  <property fmtid="{D5CDD505-2E9C-101B-9397-08002B2CF9AE}" pid="17" name="ConceptualVersion">
    <vt:lpwstr/>
  </property>
  <property fmtid="{D5CDD505-2E9C-101B-9397-08002B2CF9AE}" pid="18" name="ConceptualVersionTreeview">
    <vt:lpwstr/>
  </property>
  <property fmtid="{D5CDD505-2E9C-101B-9397-08002B2CF9AE}" pid="19" name="ILMComments">
    <vt:lpwstr/>
  </property>
  <property fmtid="{D5CDD505-2E9C-101B-9397-08002B2CF9AE}" pid="20" name="ILMExternalReference">
    <vt:lpwstr/>
  </property>
  <property fmtid="{D5CDD505-2E9C-101B-9397-08002B2CF9AE}" pid="21" name="DocIdOfLinkItem">
    <vt:lpwstr/>
  </property>
</Properties>
</file>